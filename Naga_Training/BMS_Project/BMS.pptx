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61" r:id="rId3"/>
    <p:sldId id="262" r:id="rId4"/>
    <p:sldId id="271" r:id="rId5"/>
    <p:sldId id="277" r:id="rId6"/>
    <p:sldId id="267" r:id="rId7"/>
    <p:sldId id="258" r:id="rId8"/>
    <p:sldId id="263" r:id="rId9"/>
    <p:sldId id="278" r:id="rId10"/>
    <p:sldId id="279" r:id="rId11"/>
    <p:sldId id="266" r:id="rId12"/>
    <p:sldId id="274" r:id="rId13"/>
    <p:sldId id="280" r:id="rId14"/>
    <p:sldId id="275" r:id="rId15"/>
    <p:sldId id="276" r:id="rId16"/>
    <p:sldId id="264" r:id="rId17"/>
    <p:sldId id="259" r:id="rId18"/>
    <p:sldId id="260" r:id="rId19"/>
    <p:sldId id="272" r:id="rId20"/>
    <p:sldId id="270" r:id="rId21"/>
    <p:sldId id="268" r:id="rId22"/>
    <p:sldId id="269" r:id="rId23"/>
    <p:sldId id="257" r:id="rId24"/>
    <p:sldId id="273" r:id="rId25"/>
    <p:sldId id="265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1:14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1665 24575,'0'-1102'0,"0"1100"0,-1-8 0,1 1 0,1-1 0,0 1 0,4-17 0,-4 22 0,0 1 0,0 0 0,1-1 0,0 1 0,0 0 0,0 0 0,0 0 0,0 0 0,1 0 0,-1 1 0,1-1 0,-1 1 0,1 0 0,0-1 0,0 1 0,4-2 0,10-4 0,1 0 0,0 2 0,0-1 0,1 2 0,-1 1 0,38-5 0,124 1 0,-130 7 0,324 4 0,87-2 0,-392-8 0,0-3 0,107-31 0,65-11 0,-81 30 0,75-11 0,244-3 0,870 36 0,-560 3 0,340-3 0,-1026-5 0,174-31 0,-168 18 0,138-6 0,-59 6 0,-12 1 0,84 14 0,176-11 0,-367 7 0,31-2 0,105-24 0,-180 26-1365,-17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1:17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24575,'1950'0'0,"-1944"0"0,0 1 0,-1 0 0,1 0 0,-1 0 0,0 1 0,1-1 0,-1 1 0,0 1 0,0-1 0,0 1 0,0 0 0,0 0 0,-1 0 0,1 0 0,-1 1 0,0 0 0,0 0 0,0 0 0,-1 0 0,0 1 0,1-1 0,-1 1 0,-1 0 0,1 0 0,-1 0 0,0 0 0,2 8 0,5 14 0,-2 0 0,-1 1 0,-1 0 0,1 30 0,0 404 0,-11-232 0,5 796-1365,0-989-5461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1:21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24575,'46'3'0,"0"2"0,-1 2 0,1 2 0,52 18 0,-18-6 0,122 34 0,-82-20 0,1-6 0,132 15 0,-202-37 0,-2 1 0,1 3 0,-1 2 0,70 28 0,-81-28 0,1-2 0,0-2 0,45 4 0,-38-6 0,83 22 0,18 12 0,22 7 0,-74-22 0,-71-21 0,-1 1 0,1 2 0,-1 0 0,26 13 0,-19-4 0,-10-5 0,1-1 0,0-1 0,0-1 0,28 8 0,73 17-1365,-93-30-5461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1:26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0 353 24575,'7'0'0,"9"0"0,8 0 0,0-13 0,-4-19 0,-5-10 0,-5-4 0,-5-2 0,-3 1 0,-2 1 0,0 2 0,-1 9-8191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8:42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2 638 24575,'0'-39'0,"-1"-41"0,3-1 0,22-130 0,-19 164 0,-4 34 0,0 0 0,1-1 0,1 1 0,4-15 0,-5 25 0,-1 0 0,0 0 0,1 0 0,-1 0 0,1 0 0,0 0 0,0 0 0,0 1 0,1-1 0,-1 1 0,0-1 0,1 1 0,0 0 0,-1 0 0,1 0 0,0 1 0,0-1 0,0 1 0,0-1 0,0 1 0,5-1 0,34-5 0,0 1 0,1 3 0,0 1 0,72 8 0,-26-3 0,1480 3 0,-863-8 0,1221 2 0,-1850-4 0,81-13 0,73-5 0,-53 23-1365,-142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8:46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8:49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24575,'32'2'0,"-1"2"0,1 2 0,-1 1 0,0 1 0,36 15 0,14 3 0,4-2 0,2-4 0,0-3 0,149 8 0,81 6 0,-273-26 0,-6 3 0,-1 2 0,0 1 0,0 1 0,-2 3 0,39 20 0,23 9 0,24 19 0,-88-44 0,0-1 0,53 19 0,-72-32 0,2 2 0,0-2 0,0 1 0,0-2 0,1 0 0,-1-2 0,1 1 0,0-2 0,0 0 0,22-2 0,68-19 0,0-4 0,115-43 0,-104 30 0,-50 15 0,0 4 0,1 2 0,1 4 0,0 2 0,77 1 0,-125 9 0,61 0 0,95-11 0,-142 6 0,7-2 0,1 3 0,77 0 0,-115 5 0,-1-1 0,1 1 0,-1 0 0,1 1 0,-1-1 0,1 1 0,-1 0 0,0 0 0,0 1 0,0-1 0,0 1 0,0 0 0,-1 1 0,1-1 0,6 7 0,-6-3 0,0-1 0,-1 1 0,0 0 0,0 0 0,0 0 0,0 0 0,-1 1 0,-1-1 0,4 16 0,-1 9 0,-1 0 0,-2 1 0,-2 0 0,-3 43 0,2-59 0,0 31 0,3 0 0,11 67 0,2 23 0,-15-110 0,-2 0 0,-1 0 0,-11 49 0,7-43 0,-6 64 0,13-60-1365,-1-4-5461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8:54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24575,'2'23'0,"0"0"0,2-1 0,1 1 0,0 0 0,2-1 0,16 38 0,-16-43 0,218 502 0,3 9 0,-198-444 0,-5 2 0,-3 0 0,-3 1 0,-5 1 0,-4 1 0,0 122 0,12 149 0,-11-227 0,31 294 0,-41-416 0,0 9 0,1-1 0,1 1 0,0-1 0,12 33 0,-13-47 0,1 1 0,0-1 0,0 0 0,0 0 0,0 0 0,1 0 0,0 0 0,0-1 0,0 0 0,1 0 0,-1 0 0,1 0 0,0-1 0,0 0 0,0 0 0,1 0 0,-1 0 0,1-1 0,9 3 0,20 2 0,1-1 0,-1-2 0,1-2 0,-1-1 0,1-1 0,59-9 0,-27 3 0,501-42 0,102-8 0,3 33 0,-585 24 0,37 1 0,-1-5 0,166-25 0,-130 4 0,226-5 0,168 30 0,-227 3 0,1933-4 0,-2183-4 0,81-13 0,53-4 0,460 20 0,-314 3 0,-328-2-682,47-7-1,-33-1-6143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8:56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24575,'4'7'0,"1"0"0,-1 1 0,-1 0 0,0-1 0,0 2 0,0-1 0,-1 0 0,0 0 0,0 1 0,-1-1 0,0 14 0,3 10 0,39 366 0,-5-26 0,50 95 0,-65-368 0,-4 0 0,-4 1 0,1 133 0,-14-179 0,19 103 0,-10-80 0,1-15 0,33 101 0,-28-109 0,-3 0 0,15 102 0,-23 154 0,-4-46 0,16-114 0,-9-94 0,2 62 0,-11 186-1365,-1-266-5461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8:58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24575,'87'1'0,"103"-4"0,-171 1 0,0-2 0,0-1 0,-1 0 0,20-9 0,34-9 0,-21 12 0,2 3 0,85-3 0,108 13 0,-95 1 0,1437-3 0,-1574 0 0,75-3 0,-82 2 0,-1 0 0,0 0 0,0 0 0,0 0 0,0-1 0,0 0 0,-1-1 0,1 1 0,-1-1 0,1 0 0,5-5 0,-10 8 0,-1 0 0,1-1 0,-1 1 0,1 0 0,-1-1 0,0 1 0,1-1 0,-1 1 0,1-1 0,-1 1 0,0 0 0,0-1 0,1 1 0,-1-1 0,0 0 0,0 1 0,1-1 0,-1 1 0,0-1 0,0 1 0,0-1 0,0 1 0,0-1 0,0 0 0,0 1 0,0-1 0,0 1 0,0-1 0,0 0 0,0 1 0,0-1 0,-1 1 0,1-1 0,0 1 0,0-1 0,-1 0 0,-21-13 0,-32 2 0,-82 6-1365,89 6-5461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8:59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2699 0 24089,'-2699'714'0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9:32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24575,'0'27'0,"0"29"0,0 26 0,0 11 0,0 11 0,0 8 0,0 5 0,0-3 0,0-9 0,0-8 0,0-14 0,0-20-8191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9:33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24575,'6'0'0,"10"0"0,15 0 0,16 0 0,14 0 0,9 0 0,0 0 0,-5 0 0,-7 0 0,-7-7 0,-5-2 0,-10 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9:35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24575,'20'-7'0,"27"-1"0,26-1 0,27-4 0,18-8 0,-6 0 0,-7-3 0,-16 3 0,-22 4-8191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0:00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24575,'-2'55'0,"-12"72"0,-1 0 0,3 715 0,15-506 0,-3 2787 0,40-2619 0,1-17 0,-44 215 0,5 251 0,4-862 0,4 0 0,33 135 0,-32-168 0,4 119 0,4 20 0,133 485 0,-64-316 0,-56-202 44,23 87-1453,-38-193-5417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0:01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24575,'13'14'0,"19"4"0,9 12 0,6 2 0,1 2 0,-1-6 0,-9-6-8191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0:01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 24575,'-7'0'0,"-9"0"0,-2 6 0,-4 10 0,-5 15 0,-6 23 0,4 8 0,6 2 0,21-5 0,11-11-8191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0:03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0 226 24575,'0'-7'0,"7"-2"0,2-7 0,7-6 0,-1-7 0,12-6 0,15-2 0,-1-3 0,-6 13 0,-10 24 0,-9 26 0,-7 16 0,-5 8 0,-3 3 0,-2 6 0,-1 1 0,0-3 0,1-11-8191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0:08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195 358 24575,'0'273'0,"-1"-262"0,-3-10 0,-8-22 0,-12-41 0,-12-42 0,-37-130 0,52 171 0,16 50 0,0 1 0,1-1 0,1 0 0,-3-18 0,5 29 0,1 0 0,0 1 0,1-1 0,-1 0 0,0 1 0,1-1 0,-1 0 0,0 1 0,1-1 0,0 0 0,-1 1 0,1-1 0,0 1 0,0-1 0,0 1 0,0 0 0,0-1 0,0 1 0,0 0 0,1 0 0,-1 0 0,0 0 0,1 0 0,-1 0 0,1 0 0,-1 0 0,1 0 0,-1 1 0,4-2 0,5-1 0,0 0 0,0 1 0,20-2 0,-13 1 0,37-6 0,1 3 0,-1 1 0,70 4 0,-117 2 0,-1 0 0,1 0 0,-1 1 0,0 0 0,1 0 0,-1 0 0,0 1 0,-1 0 0,1 0 0,0 0 0,-1 1 0,0-1 0,9 10 0,1 2 0,-2 0 0,24 35 0,-2-2 0,-24-34 0,1 1 0,-2 0 0,0 1 0,0 0 0,6 19 0,-14-32 0,-1 1 0,0 0 0,0 0 0,0 1 0,0-1 0,0 0 0,-1 0 0,0 0 0,0 0 0,0 1 0,-1-1 0,0 6 0,0-7 0,-1 0 0,1-1 0,0 1 0,-1 0 0,1-1 0,-1 0 0,0 1 0,0-1 0,0 0 0,0 0 0,0 0 0,-1 0 0,1 0 0,0 0 0,-1-1 0,1 1 0,-1-1 0,0 0 0,-5 2 0,-26 6 0,13-3 0,22-5 0,0 0 0,0 0 0,0 0 0,1-1 0,-1 1 0,0 0 0,1 0 0,-1-1 0,1 1 0,-1-1 0,1 1 0,-1-1 0,1 0 0,-1 0 0,1 1 0,2-1 0,27 7 0,0 2 0,-1 1 0,0 2 0,41 21 0,-62-28 0,0 0 0,0 0 0,0 1 0,-1 0 0,0 1 0,0 0 0,-1 0 0,0 1 0,0 0 0,-1 0 0,0 0 0,0 1 0,-1 0 0,0 0 0,0 0 0,-1 1 0,4 16 0,-7-22 0,0-1 0,-1 1 0,1 0 0,-1 0 0,0 0 0,0 0 0,-1-1 0,1 1 0,-1 0 0,0 0 0,0 0 0,0-1 0,0 1 0,-1-1 0,0 1 0,1-1 0,-1 1 0,0-1 0,-1 0 0,1 0 0,0 0 0,-1 0 0,0-1 0,0 1 0,0 0 0,0-1 0,0 0 0,0 0 0,-1 0 0,1 0 0,0-1 0,-8 3 0,-5 2 0,0-2 0,0 1 0,-1-2 0,0 0 0,1-2 0,-23 1 0,-68 2 0,1-5 0,-1-5 0,-108-20 0,194 22 0,1-1 0,0-1 0,0 0 0,-37-20 0,39 14 114,18 12-138,0 0 0,0 0 0,0 0 0,0 0 1,-1-1-1,1 1 0,0 0 0,0 0 0,0 0 0,0-1 1,0 1-1,0 0 0,0 0 0,0-1 0,0 1 0,0 0 0,0 0 1,0 0-1,0-1 0,0 1 0,0 0 0,0 0 0,0-1 0,0 1 1,0 0-1,0 0 0,0 0 0,0-1 0,0 1 0,0 0 0,0 0 1,0 0-1,1-1 0,-1 1 0,0 0 0,0 0 0,0 0 0,0 0 1,0-1-1,1 1 0,-1 0 0,0 0 0,0 0 0,0 0 1,1 0-1,-1 0 0,0-1 0,0 1 0,0 0 0,1 0 0,-1 0 1,0 0-1,0 0 0,1 0 0,-1 0 0,0 0 0,0 0 0,0 0 1,1 0-1,-1 0 0,0 0 0,19-1-6802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0:10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2 286 24575,'0'29'0,"-1"-9"0,1 0 0,1-1 0,0 1 0,6 23 0,-6-38 0,0-1 0,1 1 0,-1-1 0,1 0 0,0 1 0,0-1 0,1 0 0,-1 0 0,1 0 0,0-1 0,0 1 0,0-1 0,0 1 0,1-1 0,-1 0 0,1 0 0,0-1 0,0 1 0,0-1 0,0 1 0,0-1 0,0-1 0,5 2 0,-3-1 0,0 0 0,0-1 0,0 0 0,0 0 0,0 0 0,0-1 0,0 0 0,0 0 0,0-1 0,0 1 0,0-1 0,0-1 0,-1 1 0,1-1 0,0 0 0,-1 0 0,1-1 0,-1 1 0,1-1 0,-1 0 0,7-7 0,3-4 0,-1 0 0,-1-1 0,0-1 0,-1 0 0,11-19 0,7-11 0,-5 7 0,-2-2 0,-2 0 0,21-57 0,-38 89 0,-1 1 0,0-1 0,0 0 0,-1 0 0,0 0 0,0 0 0,-1 0 0,0 0 0,-2-16 0,-3 12 0,0 12 0,0 22 0,7 4-1365,1 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0:11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77 24575,'-10'-9'0,"0"1"0,-1 0 0,1 0 0,-2 1 0,1 0 0,-1 1 0,0 1 0,-15-6 0,23 10 0,0-1 0,0 1 0,1 0 0,-1 0 0,0 1 0,0-1 0,0 1 0,0-1 0,0 1 0,-1 1 0,1-1 0,0 0 0,0 1 0,1 0 0,-1 0 0,0 0 0,0 1 0,0-1 0,1 1 0,-1 0 0,0 0 0,1 0 0,0 0 0,0 1 0,-1-1 0,1 1 0,1 0 0,-1 0 0,0 0 0,-2 5 0,-2 2 0,2 1 0,-1-1 0,1 1 0,1 1 0,0-1 0,0 1 0,1 0 0,1-1 0,0 1 0,0 17 0,2-24 0,0 1 0,0-1 0,1 1 0,0-1 0,0 1 0,0-1 0,1 1 0,0-1 0,0 0 0,0 0 0,1 0 0,0 0 0,0 0 0,0 0 0,0-1 0,1 0 0,0 1 0,0-1 0,0-1 0,0 1 0,0-1 0,1 1 0,0-1 0,6 3 0,12 4 0,2 0 0,-1-2 0,1 0 0,1-2 0,44 5 0,-64-10 0,-2 0 0,0 0 0,0 0 0,-1 0 0,1 0 0,0 0 0,-1 1 0,1 0 0,-1 0 0,0 0 0,1 0 0,-1 0 0,0 1 0,0-1 0,0 1 0,-1 0 0,4 4 0,-2-1 0,-1-1 0,1 2 0,-1-1 0,-1 0 0,1 1 0,-1-1 0,0 1 0,1 10 0,0 9 0,-1 0 0,-1-1 0,-6 47 0,5-71 0,-1 9 0,0-1 0,0 0 0,-1 1 0,0-1 0,-1 0 0,0 0 0,-7 12 0,8-16 0,0-1 0,-1 0 0,0-1 0,0 1 0,0 0 0,-1-1 0,1 0 0,-1 0 0,1 0 0,-1 0 0,0 0 0,0-1 0,-1 0 0,1 0 0,0 0 0,-9 3 0,-7-2 5,-1 0 1,1-1-1,0 0 0,-1-2 0,1-1 0,-1 0 0,-31-7 1,-35-2-1413,48 9-5419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0:35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579 139 24575,'1928'0'0,"-1921"-1"0,0 1 0,1 1 0,-1-1 0,0 1 0,0 1 0,1-1 0,9 5 0,-13-4 0,-1-1 0,1 2 0,-1-1 0,0 0 0,0 0 0,0 1 0,-1 0 0,1 0 0,-1 0 0,1 0 0,-1 0 0,0 0 0,0 0 0,0 1 0,0-1 0,1 6 0,4 12 0,0 0 0,-2 0 0,-1 1 0,0 0 0,0 25 0,-2 117 0,-3-101 0,-9 2457 0,13-2173 0,-7 378 0,1-677 0,-3-1 0,-20 89 0,-41 83 0,37-130 0,-29 143 0,40-97 0,8-55 0,-24 95 0,13-91 0,-20 163 0,12-15 0,30-223 0,-1-1 0,-1 1 0,1-1 0,-1 0 0,-1 1 0,1-1 0,-6 9 0,6-12 0,-1-1 0,0 0 0,0 0 0,0 0 0,0-1 0,-1 1 0,0-1 0,0 0 0,0 0 0,0 0 0,0 0 0,0-1 0,-1 0 0,-5 3 0,-13 3 0,0-1 0,0-1 0,-1-1 0,1 0 0,-40 0 0,-127-5 0,143-1 0,-859-8 0,642-11 0,143 8 0,-187-20 0,295 31 0,0 0 0,0-1 0,0-1 0,0 0 0,1-1 0,0 0 0,-13-6 0,20 7 0,-1-1 0,1 1 0,1-1 0,-1 0 0,0 0 0,1 0 0,0-1 0,0 1 0,0-1 0,1 0 0,-1 0 0,1 0 0,1-1 0,-1 1 0,1-1 0,-4-11 0,2-1 0,0 0 0,1 0 0,1 0 0,1 0 0,1-33 0,18-90 0,-10 86 0,67-713 0,-43 376 0,29-26 0,-31 254 0,11-232 0,-41-364 0,-4 327 0,5-800 0,0 1207 0,2 0 0,1 0 0,2 0 0,15-48 0,-9 37 0,7-44 0,-11 13 0,-4 0 0,-4-84 0,2-58 0,0 201 0,-1 0 0,2-1 0,-1 1 0,1 0 0,1 0 0,-1 0 0,1 0 0,8-12 0,12-24 0,-23 42 0,0 0 0,0 0 0,0 0 0,1 0 0,-1 1 0,1-1 0,0 1 0,0-1 0,0 1 0,4-4 0,-5 5 0,1 1 0,-1-1 0,1 1 0,-1-1 0,1 1 0,-1 0 0,0 0 0,1-1 0,-1 1 0,1 0 0,-1 0 0,1 1 0,-1-1 0,1 0 0,-1 0 0,1 1 0,-1-1 0,1 1 0,-1-1 0,0 1 0,1 0 0,-1-1 0,0 1 0,0 0 0,3 1 0,10 9-46,-1 0-1,0 1 0,0 1 1,-1 0-1,-1 0 0,12 18 1,-3-5-993,24 31-5787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0:39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24575,'1183'0'0,"-1165"0"0,1 1 0,-1 1 0,0 1 0,0 0 0,0 1 0,-1 1 0,1 1 0,-1 1 0,17 8 0,-13-6 0,0-2 0,1 0 0,0-2 0,0 0 0,37 2 0,22 5 0,-25-3 0,107 2 0,-61-7 0,-83-2 0,-1 1 0,0 1 0,0 0 0,22 9 0,-31-10 0,0 1 0,0-1 0,-1 2 0,0-1 0,0 1 0,0 1 0,0-1 0,-1 1 0,0 1 0,10 9 0,-11-7-341,0 1 0,-1 0-1,8 19 1,9 36-6485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0:42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0 201 24575,'82'-4'0,"145"-26"0,-115 12 0,19 2 0,201 2 0,-284 12 0,82-13 0,7-2 0,103 15 0,27-1 0,-132-18 0,-59 7 0,-63 12-273,0-1 0,0-1 0,0 0 0,22-10 0,-3-4-6553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9:39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24575,'1'19'0,"1"0"0,8 37 0,1 6 0,-10-52 0,62 513 0,-5-164 0,-12-28 0,-26-206 0,5 167 0,-22 128 0,-1-363 0,15 89 0,2 34 0,1 90 0,0 34 0,-21 596 0,22-655 0,0-1 0,-23 6 0,17 382 0,12 490 0,-30-752 0,24-34 0,0-22 0,-21 559 89,-1-409-1543,1-425-5372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9:40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24575,'13'20'0,"25"14"0,13 7 0,4-2 0,7-2 0,-1-1 0,-4 1 0,-5-6 0,-11-8-8191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9:41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 24575,'-7'6'0,"-2"10"0,-7 2 0,0 4 0,-4 12 0,-6 7 0,2 4 0,-2 13 0,4 5 0,5-16 0,5-22 0,6-16-8191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29:43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1 446 24575,'1'-10'0,"0"1"0,1 0 0,0 0 0,1-1 0,0 2 0,1-1 0,-1 0 0,8-10 0,-2 0 0,121-242 0,-127 253 0,23-40 0,-26 46 0,1 1 0,-1 0 0,1 0 0,0 0 0,-1 0 0,1 0 0,0 1 0,-1-1 0,1 0 0,0 0 0,0 0 0,0 1 0,0-1 0,0 0 0,0 1 0,0-1 0,0 1 0,0-1 0,0 1 0,0-1 0,0 1 0,0 0 0,1 0 0,-1-1 0,0 1 0,0 0 0,0 0 0,0 0 0,1 0 0,-1 0 0,0 1 0,0-1 0,0 0 0,0 0 0,0 1 0,2 0 0,7 9 0,-1-1 0,0 1 0,-1 1 0,-1 0 0,1 0 0,-2 0 0,1 1 0,-2 0 0,8 22 0,0-4 0,176 400 0,-173-398-682,30 42-1,-35-57-6143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1:34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98 565 24575,'2'90'0,"0"-44"0,-2 0 0,-1 0 0,-9 46 0,10-91 0,0 1 0,0-1 0,0 1 0,-1-1 0,1 0 0,0 1 0,-1-1 0,1 1 0,-1-1 0,0 0 0,1 0 0,-1 1 0,0-1 0,0 0 0,0 0 0,1 0 0,-1 0 0,-1 0 0,0 2 0,1-3 0,0-1 0,1 1 0,-1 0 0,0 0 0,1 0 0,-1 0 0,0 0 0,0-1 0,1 1 0,-1 0 0,0-1 0,1 1 0,-1 0 0,1-1 0,-1 1 0,0-1 0,1 1 0,-1-1 0,1 1 0,-1-1 0,1 0 0,0 1 0,-1-1 0,1 1 0,-1-2 0,-4-6 0,1 0 0,0 0 0,1 0 0,-5-14 0,-2-33 0,2 0 0,3-1 0,2 1 0,6-86 0,-1 57 0,-1 57 0,1 1 0,1 0 0,1 0 0,1 1 0,1-1 0,19-46 0,-21 62 0,1 0 0,0 0 0,0 0 0,1 1 0,0 0 0,0 0 0,1 1 0,1 0 0,-1 0 0,1 0 0,0 1 0,1 0 0,0 1 0,0 0 0,0 0 0,1 1 0,0 0 0,0 1 0,12-4 0,21 0 0,0 3 0,0 1 0,1 2 0,-1 2 0,51 6 0,-84-6 0,1 2 0,-1-1 0,1 1 0,-1 1 0,0 0 0,0 0 0,0 1 0,0 0 0,-1 1 0,0 0 0,16 11 0,-19-10 0,0 0 0,0 0 0,0 0 0,-1 0 0,0 1 0,-1 0 0,1 0 0,-1 0 0,-1 1 0,1-1 0,-1 1 0,-1 0 0,1 0 0,-1 0 0,1 10 0,0 4 0,-1 1 0,-1-1 0,0 0 0,-2 0 0,-1 1 0,-1-1 0,0 0 0,-11 33 0,11-44 0,-1 1 0,-1-1 0,0 0 0,-1 0 0,0 0 0,0-1 0,-1 0 0,-1 0 0,1-1 0,-2 0 0,1 0 0,-1-1 0,-1 0 0,1 0 0,-1-1 0,-1-1 0,-10 6 0,-6-1 0,23-10 0,-1 0 0,1 0 0,0 1 0,-1 0 0,1 0 0,0 0 0,0 0 0,0 1 0,1-1 0,-1 1 0,1 0 0,-1 0 0,1 0 0,-4 6 0,6-8 0,1 0 0,0 0 0,0 1 0,0-1 0,0 0 0,0 0 0,0 1 0,0-1 0,0 0 0,0 0 0,1 0 0,-1 1 0,1-1 0,-1 0 0,0 0 0,1 0 0,0 0 0,-1 0 0,1 0 0,0 0 0,-1 0 0,1 0 0,0 0 0,0 0 0,0 0 0,0 0 0,0-1 0,0 1 0,0 0 0,0-1 0,0 1 0,2 0 0,46 24 0,-35-19 0,-8-2 0,1 0 0,-1 1 0,0-1 0,0 1 0,-1 0 0,1 1 0,-1-1 0,0 1 0,-1 0 0,1 1 0,-1-1 0,0 1 0,-1-1 0,0 1 0,0 0 0,0 0 0,-1 1 0,0-1 0,0 1 0,0 8 0,1 13 0,-1 1 0,-2-1 0,-5 54 0,4-76 0,1 0 0,-1 0 0,0 0 0,-1 0 0,1 0 0,-2 0 0,1 0 0,-1-1 0,0 1 0,0-1 0,0 0 0,-1 0 0,0 0 0,0 0 0,-1-1 0,0 0 0,0 0 0,0 0 0,0 0 0,-1-1 0,0 0 0,1 0 0,-2 0 0,1-1 0,0 0 0,-1 0 0,1-1 0,-1 0 0,0 0 0,0 0 0,0-1 0,0 0 0,-12 0 0,-15 0 0,0-2 0,1-2 0,0 0 0,0-3 0,0 0 0,0-3 0,1 0 0,0-2 0,1-2 0,1 0 0,0-2 0,-45-30 0,73 44 4,0-1 1,0 1-1,0 0 0,0-1 0,0 1 0,0-1 0,0 1 0,1-1 0,-1 0 1,0 0-1,1 0 0,0 0 0,-1 0 0,1 0 0,0 0 0,0-1 0,0 1 1,0 0-1,1 0 0,-1-1 0,1 1 0,-1-1 0,1 1 0,0 0 0,0-1 1,0 1-1,0-1 0,1-3 0,2-2-190,0 1 1,1 0-1,0 0 0,0 0 1,1 0-1,0 1 1,7-8-1,9-12-6640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1:37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487 367 24575,'-9'-1'0,"0"0"0,0-1 0,0 0 0,1 0 0,-13-6 0,-28-6 0,-3 7 0,1 3 0,-1 2 0,-77 6 0,125-4 0,0 1 0,1 0 0,-1 0 0,0 0 0,0 0 0,1 0 0,-1 0 0,1 1 0,-1 0 0,1 0 0,0 0 0,-1 0 0,1 1 0,0-1 0,0 1 0,1-1 0,-1 1 0,1 0 0,-1 0 0,1 0 0,0 1 0,0-1 0,0 1 0,1-1 0,-1 1 0,1-1 0,0 1 0,0 0 0,-1 4 0,-1 11 0,1 1 0,1-1 0,0 1 0,4 31 0,-1-21 0,0-8 0,1-1 0,1 1 0,0-1 0,2 0 0,1 0 0,0 0 0,2-1 0,16 30 0,-24-48 0,0 1 0,0 0 0,1 0 0,-1 0 0,1-1 0,0 1 0,0-1 0,0 0 0,0 1 0,0-1 0,0 0 0,1 0 0,-1 0 0,1 0 0,-1-1 0,1 1 0,0-1 0,0 1 0,0-1 0,0 0 0,0 0 0,0-1 0,0 1 0,0 0 0,0-1 0,0 0 0,0 0 0,0 0 0,0 0 0,0 0 0,0-1 0,0 1 0,0-1 0,0 0 0,5-1 0,-2-1 0,-1 0 0,0 0 0,0-1 0,0 0 0,0 0 0,-1 0 0,1 0 0,-1 0 0,0-1 0,0 0 0,-1 0 0,0 0 0,1 0 0,-2-1 0,1 1 0,-1-1 0,3-9 0,2-17 0,-1-1 0,2-57 0,-1 6 0,-4 55 0,3-11 0,-6 40 0,0 0 0,0 0 0,0 0 0,1-1 0,-1 1 0,0 0 0,0 0 0,0 0 0,0 0 0,0 0 0,1 0 0,-1 0 0,0 0 0,0 0 0,0 0 0,0 0 0,1 0 0,-1 0 0,0 0 0,0 0 0,0 0 0,0 0 0,1 0 0,-1 0 0,0 0 0,0 0 0,0 0 0,0 0 0,1 0 0,-1 0 0,0 0 0,0 0 0,0 0 0,0 0 0,0 0 0,1 0 0,-1 1 0,0-1 0,0 0 0,0 0 0,0 0 0,0 0 0,0 0 0,0 0 0,1 1 0,-1-1 0,0 0 0,0 0 0,0 0 0,0 0 0,0 1 0,0-1 0,0 0 0,12 26 0,-11-23 0,63 155 0,-57-142 0,1 0 0,1-1 0,1 0 0,0 0 0,1-1 0,0-1 0,19 18 0,-28-28 0,1-1 0,-1 0 0,1 0 0,-1 0 0,1 0 0,0 0 0,-1-1 0,1 1 0,0-1 0,0 0 0,0 1 0,0-1 0,1-1 0,-1 1 0,0 0 0,0-1 0,0 0 0,1 0 0,-1 0 0,0 0 0,0 0 0,0-1 0,1 1 0,-1-1 0,0 0 0,0 0 0,0 0 0,0 0 0,0-1 0,0 1 0,0-1 0,-1 1 0,1-1 0,0 0 0,-1 0 0,0-1 0,1 1 0,-1 0 0,0-1 0,0 1 0,0-1 0,1-3 0,6-9 0,-1 0 0,0 0 0,-2 0 0,0-1 0,0 0 0,5-32 0,-2-11 0,-2 0 0,-2-62 0,-10-118 0,2 122 0,1 224 0,-1-32 0,15 146 0,-10-201 0,2 0 0,0 0 0,1 0 0,1 0 0,1-1 0,1 0 0,0-1 0,2 1 0,0-2 0,1 1 0,0-1 0,16 16 0,-21-26 0,2 0 0,-1-1 0,1 0 0,0 0 0,17 9 0,-23-13 0,0-1 0,1 0 0,-1 0 0,1 0 0,0 0 0,-1 0 0,1 0 0,0-1 0,0 1 0,-1-1 0,1 0 0,0 0 0,0 0 0,-1 0 0,1 0 0,0-1 0,0 1 0,-1-1 0,1 0 0,0 0 0,-1 0 0,1 0 0,-1 0 0,1 0 0,-1-1 0,3-2 0,4-5 0,-1-1 0,0-1 0,0 0 0,-1 0 0,-1 0 0,0-1 0,0 0 0,-1 0 0,-1-1 0,0 1 0,4-26 0,19-46 0,-26 134-1365,-3-19-5461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1:38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24575,'7'0'0,"8"0"0,10-7 0,6-1 0,5-1 0,-4-4 0,0-1 0,1-5 0,2 2 0,-6-4 0,0 2 0,-6 4-8191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6:04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24575,'0'7'0,"13"9"0,12 22 0,1 31 0,10 38 0,6 21 0,2 9 0,-6 1 0,-10-8 0,-9-8 0,-9-10 0,2-24 0,-2-20 0,-3-16 0,-2-9 0,5-12 0,1-12-8191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6:07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24575,'11'-2'0,"-1"1"0,0-1 0,1-1 0,-1 0 0,0 0 0,0-1 0,-1 0 0,12-8 0,14-4 0,47-29 0,-59 31 0,0 1 0,36-15 0,-51 26 0,-1-1 0,0 1 0,1 0 0,-1 1 0,1 0 0,0 0 0,0 1 0,-1 0 0,1 0 0,0 0 0,-1 1 0,16 4 0,-18-3 0,-1 0 0,1 1 0,-1-1 0,1 1 0,-1 0 0,0 0 0,0 0 0,0 1 0,0-1 0,-1 1 0,1 0 0,-1 0 0,0 1 0,0-1 0,-1 0 0,1 1 0,-1 0 0,0-1 0,0 1 0,-1 0 0,1 0 0,-1 0 0,1 6 0,2 15 0,-1 1 0,-1 0 0,-1 31 0,-2-43 0,2 14 0,0 0 0,-1 0 0,-2-1 0,-1 1 0,0-1 0,-9 29 0,10-51 0,0 1 0,0-1 0,-1 0 0,0 0 0,0 0 0,0-1 0,-1 1 0,1-1 0,-1 0 0,-1 0 0,1 0 0,-1 0 0,0-1 0,0 0 0,0 0 0,0 0 0,-1-1 0,0 0 0,1 0 0,-1 0 0,0 0 0,-1-1 0,1 0 0,0-1 0,-1 1 0,1-1 0,-12 0 0,-15-3-1365,6-5-5461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6:09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158 567 24575,'4'0'0,"0"0"0,-1-1 0,1 1 0,0-1 0,-1 0 0,1 0 0,-1-1 0,1 1 0,-1-1 0,0 1 0,1-1 0,-1 0 0,0 0 0,0 0 0,3-4 0,0 0 0,0-1 0,0 1 0,-1-1 0,0-1 0,0 1 0,4-10 0,2-8 0,-1 1 0,-2-2 0,8-33 0,-8 23 0,5-64 0,-12 83 0,0 1 0,-2 0 0,0 0 0,0 0 0,-2 0 0,-5-22 0,6 33 0,0 0 0,-1 1 0,1-1 0,-1 1 0,0 0 0,0 0 0,0 0 0,0 0 0,-1 1 0,0-1 0,1 1 0,-1 0 0,-1 0 0,1 0 0,0 1 0,-1-1 0,1 1 0,-1 0 0,0 0 0,1 1 0,-1-1 0,0 1 0,-8-1 0,-6 0 0,0 1 0,1 0 0,-1 1 0,0 1 0,-19 3 0,34-4 0,1 1 0,-1-1 0,1 1 0,-1-1 0,1 1 0,-1 0 0,1 1 0,-1-1 0,1 0 0,0 1 0,0 0 0,0 0 0,0 0 0,0 0 0,0 0 0,0 1 0,1-1 0,-1 1 0,1-1 0,0 1 0,0 0 0,0 0 0,0 0 0,0 0 0,1 1 0,-1-1 0,1 0 0,0 1 0,0-1 0,0 1 0,0-1 0,1 1 0,-1 7 0,2-5 0,-1 0 0,1-1 0,0 1 0,1 0 0,-1 0 0,1 0 0,1-1 0,-1 1 0,1-1 0,0 0 0,0 0 0,0 0 0,1 0 0,-1 0 0,1-1 0,0 1 0,1-1 0,-1 0 0,9 5 0,-1-1 0,-1-2 0,1 0 0,1 0 0,-1-1 0,1 0 0,0-1 0,0 0 0,23 2 0,-32-5 0,1-1 0,-1 1 0,1-1 0,-1 0 0,1-1 0,-1 1 0,0-1 0,1 0 0,-1 0 0,1 0 0,-1 0 0,0-1 0,0 0 0,0 0 0,0 0 0,0 0 0,0-1 0,-1 1 0,1-1 0,-1 0 0,0 0 0,1-1 0,-1 1 0,-1 0 0,1-1 0,0 0 0,-1 0 0,0 0 0,2-5 0,7-43 0,-12 47 0,2-1 0,-1 1 0,1 0 0,-1 0 0,1-1 0,1 1 0,-1 0 0,1 0 0,0 0 0,0 0 0,0 1 0,1-1 0,0 0 0,0 1 0,4-5 0,-6 8 0,1 0 0,-1 1 0,1-1 0,-1 1 0,1 0 0,0-1 0,-1 1 0,1 0 0,0 0 0,-1 0 0,1 0 0,-1 0 0,1 1 0,0-1 0,-1 0 0,1 1 0,-1-1 0,1 1 0,-1-1 0,1 1 0,-1 0 0,1 0 0,-1 0 0,0 0 0,1 0 0,-1 0 0,0 0 0,1 1 0,39 42 0,-29-29 0,0-3 0,0-1 0,1-1 0,0 0 0,26 14 0,10 7 0,-46-28 5,-1-1 0,1 0 0,0 1 0,-1-1 0,1 1 0,-1 0 0,0 0 0,0 0-1,0 0 1,-1 0 0,1 0 0,-1 1 0,1-1 0,-1 0 0,0 1 0,0-1 0,-1 1 0,1 5 0,0 4-212,-2-1 1,1 1 0,-6 24 0,4-23-428,-4 19-6192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6:10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252 126 24575,'0'1'0,"0"0"0,0 0 0,0 0 0,0 0 0,0 0 0,1 0 0,-1 0 0,0 0 0,1 0 0,-1 0 0,1 0 0,-1-1 0,1 1 0,-1 0 0,1 0 0,0 0 0,-1-1 0,1 1 0,0 0 0,-1-1 0,1 1 0,0 0 0,0-1 0,0 1 0,0-1 0,0 1 0,0-1 0,0 0 0,-1 1 0,1-1 0,0 0 0,0 0 0,2 0 0,-2 1 0,1-1 0,0 0 0,-1 0 0,1 0 0,0 0 0,-1-1 0,1 1 0,0 0 0,-1-1 0,1 1 0,-1-1 0,1 1 0,0-1 0,-1 0 0,0 0 0,1 0 0,-1 0 0,1 0 0,1-1 0,-1 0 0,0 0 0,-1 0 0,1 0 0,0 0 0,-1 0 0,1-1 0,-1 1 0,0 0 0,0-1 0,0 1 0,0 0 0,0-1 0,0 1 0,-1-1 0,1 0 0,-1 1 0,0-1 0,0 0 0,0 1 0,0-1 0,0 1 0,0-1 0,-1 0 0,1 1 0,-1-1 0,0 1 0,0-1 0,0 1 0,0-1 0,0 1 0,0 0 0,-1 0 0,-1-3 0,-2 0 0,1 1 0,-1 0 0,0 0 0,0 0 0,0 1 0,0 0 0,-1 0 0,0 0 0,1 1 0,-1-1 0,0 1 0,0 1 0,-7-2 0,-6-1 0,0 1 0,0 1 0,0 0 0,-25 2 0,40 1 0,-1-1 0,1 0 0,0 1 0,0-1 0,-1 1 0,1 0 0,0 1 0,0-1 0,0 1 0,0 0 0,1 0 0,-1 0 0,0 0 0,1 1 0,-1-1 0,1 1 0,0 0 0,0 0 0,0 0 0,0 0 0,1 1 0,-1-1 0,1 1 0,0 0 0,-2 4 0,-1 8 0,0 0 0,2 1 0,0-1 0,1 1 0,0 25 0,8 90 0,0-40 0,-6-86 0,0 0 0,0 1 0,1-1 0,0 0 0,0 0 0,0 0 0,1 0 0,0 0 0,0 0 0,0 0 0,7 9 0,-6-11 0,0-1 0,0 0 0,1 0 0,-1 0 0,1 0 0,0-1 0,0 1 0,0-1 0,0 0 0,0-1 0,0 1 0,1 0 0,-1-1 0,0 0 0,1 0 0,-1-1 0,6 1 0,6 1-97,-1-1-1,0 0 1,1-1-1,-1-1 1,0 0-1,1-1 1,-1-1-1,0 0 1,0-1-1,-1 0 1,1-2-1,-1 0 0,14-8 1,5-3-6729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6:14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0 24575,'-6'0'0,"-10"0"0,-8 0 0,-7 7 0,-5 16 0,4 10 0,6 7 0,9 3 0,7 0 0,25 8 0,17-6 0,10-10 0,11-11 0,3-10 0,0-7 0,-4-5 0,-18-3 0,-13-1-8191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4:14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24575,'683'23'0,"613"36"0,-993-59 0,227-4 0,-315-15 0,60-2 0,-153 23 0,-7 1 0,0-6 0,142-20 0,-256 23 0,126-23 0,1 5 0,153-1 0,-86 22-1365,-158-3-5461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4:33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24575,'20'0'0,"34"0"0,27 0 0,15 0 0,10 0 0,1 0 0,3 0 0,-11 0 0,-9 0 0,-13 0 0,-12 0 0,-11 0 0,5 0 0,14 0 0,14 6 0,-8 3-8191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5:0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1 274 24575,'162'1'0,"165"-3"0,-260-2 0,1-3 0,117-28 0,-134 18 0,-1-1 0,0-3 0,61-35 0,-52 22-24,-29 16-423,1 1 0,40-16 0,-32 20-6379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5:16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24575,'34'0'0,"31"-7"0,32-2 0,19 0 0,11-5 0,-3-7 0,-16 1 0,-13-4 0,-16 3 0,-21 4-8191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4:35:20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1 501 24575,'919'-206'0,"-575"159"0,-236 34 0,160-17 0,283 7 0,-387 26 0,254-6 0,-413 3-34,0 0 0,0-1 0,0 1 0,0-1 0,0 0-1,0-1 1,0 1 0,0-1 0,0 0 0,-1 0 0,1 0 0,-1-1 0,1 0-1,-1 0 1,0 0 0,0 0 0,0 0 0,-1-1 0,1 0 0,-1 0-1,0 0 1,0 0 0,0 0 0,-1-1 0,1 1 0,-1-1 0,0 1 0,0-1-1,-1 0 1,1 0 0,-1 0 0,0 0 0,-1 0 0,1 0 0,-1 0-1,0-1 1,0 1 0,-1 0 0,-1-8 0,-4-25-6792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4C79-984F-7EDE-9749-FB2D5C1CD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1FA8D-1F54-2B4F-14EE-DCB926A57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78828-9BC2-EFCD-69F4-1FE34D0C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C38F1-A554-2764-9468-733CD4796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D0C33-11BA-B723-9D05-E117C12D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42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68D83-6644-10A6-89CC-4CE02E43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53811-779C-CEAD-69A5-A65E77DC8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1170D-0894-F808-AC91-7F738033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6F370-DB0A-9521-0677-5D969B330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BA011-C407-4B22-DA48-0458FB833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66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ACDC-3F15-89FF-746B-57380ABD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89E4F-29FD-A5C8-4CEF-3A27A4A11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71613-7164-98B3-1343-992EC5E4B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C7CF4-9BE9-AB55-A252-9653F962C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AECE7-1EF5-76B0-CD31-B6346866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2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FAAC-340E-D9D7-26E9-2F3493CF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6ACB2-9E5A-E714-1BD2-9FA3518A4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D669A-C5E5-2B9C-5DB5-334904FE2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233D9-4EA3-7997-E837-E1065D00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644A1-33F2-587D-6CDF-12817CAF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47DF2-ED76-2372-B8A9-105552EF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0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2AF9-9F0C-36A4-11E5-56879D64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768CA-006F-E89E-4757-A09D0A629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4818A-B182-6C0C-235C-0B36FCB0E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0797D7-26AF-CC63-5556-AB18CCD59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D27541-3466-E53A-FF7B-8897036E6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B7BBC-5F1D-D00D-F119-77A95410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D2C57C-836B-D8AE-865B-8DFD752FA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E0F877-566D-AE4F-9C70-75A42D734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12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3BD5-8895-38AC-A6F1-70D7BA8F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59ADA-B366-ECA5-4487-A691DE34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270B9-61E9-1F85-9FDD-EEA92082D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E2E9B-8AD7-507D-6593-D797E4DD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02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706BA-EB2B-9AA3-F180-10A7671C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C20D1-629F-5BF0-F8FA-4FDD0B85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DEDE8-6671-3E89-E954-041AF470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8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C68B-5F66-14A1-04C4-AD050E8C6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63A85-A742-7248-7903-0831A95AD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4D99C-5CFE-E866-67A7-CE66C9877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14622-2B88-055C-0DAC-4C74D7E10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265D8-7AFA-6025-A233-BF3B6B41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6C90-C073-DDC4-E48D-C6827CB6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29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4CD9C-C6D5-D1D4-5385-63BAAE17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A2DBD-85D5-FBEF-E4D2-4E60282CC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BDD09-7124-7F0E-B1F4-7DC5FE8E6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601F3-D29A-8170-C049-983F4C41F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6D77A-0F7D-FA9A-850E-805A95D24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81821-4A5C-DF72-7E38-9C71F3F1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22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F4DA-AB3E-16E7-9DFF-926A94BF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7C717-AB96-D64E-0BA5-48FC09FA4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74F9E-C55C-4B52-8CCA-3D275705A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519E2-FBC0-9360-DE59-6394F0BAE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6374E-1FD6-5137-F600-961ACB28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4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0CDB97-60D7-5B45-6AB1-4E922B7D6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B6502-E199-B25C-04A8-69D7E5821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54BD7-6176-41ED-3F4A-E37038D7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1603D-10AF-907F-96AE-E502673B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F078E-4742-D826-7BC6-7B5610B2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12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5B069F-F093-5A1C-8C14-C5E76C36E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008FF-33F6-8B81-1DC0-7FF7124A5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CC113-2F51-929B-0903-0B7241AC3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A3F25-C308-4996-8DD1-D41CC2E5372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83EC8-25F2-414F-56DB-58886AE15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E99DA-4C2F-0BBD-835A-0F1018A75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8E025-C2BD-4223-87DF-7567151C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0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24.png"/><Relationship Id="rId42" Type="http://schemas.openxmlformats.org/officeDocument/2006/relationships/customXml" Target="../ink/ink21.xml"/><Relationship Id="rId47" Type="http://schemas.openxmlformats.org/officeDocument/2006/relationships/image" Target="../media/image37.png"/><Relationship Id="rId63" Type="http://schemas.openxmlformats.org/officeDocument/2006/relationships/image" Target="../media/image45.png"/><Relationship Id="rId68" Type="http://schemas.openxmlformats.org/officeDocument/2006/relationships/customXml" Target="../ink/ink34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28.png"/><Relationship Id="rId11" Type="http://schemas.openxmlformats.org/officeDocument/2006/relationships/image" Target="../media/image19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32.png"/><Relationship Id="rId40" Type="http://schemas.openxmlformats.org/officeDocument/2006/relationships/customXml" Target="../ink/ink20.xml"/><Relationship Id="rId45" Type="http://schemas.openxmlformats.org/officeDocument/2006/relationships/image" Target="../media/image36.png"/><Relationship Id="rId53" Type="http://schemas.openxmlformats.org/officeDocument/2006/relationships/image" Target="../media/image40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5" Type="http://schemas.openxmlformats.org/officeDocument/2006/relationships/image" Target="../media/image16.png"/><Relationship Id="rId61" Type="http://schemas.openxmlformats.org/officeDocument/2006/relationships/image" Target="../media/image44.png"/><Relationship Id="rId19" Type="http://schemas.openxmlformats.org/officeDocument/2006/relationships/image" Target="../media/image23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7.png"/><Relationship Id="rId30" Type="http://schemas.openxmlformats.org/officeDocument/2006/relationships/customXml" Target="../ink/ink15.xml"/><Relationship Id="rId35" Type="http://schemas.openxmlformats.org/officeDocument/2006/relationships/image" Target="../media/image31.png"/><Relationship Id="rId43" Type="http://schemas.openxmlformats.org/officeDocument/2006/relationships/image" Target="../media/image35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48.png"/><Relationship Id="rId8" Type="http://schemas.openxmlformats.org/officeDocument/2006/relationships/customXml" Target="../ink/ink4.xml"/><Relationship Id="rId51" Type="http://schemas.openxmlformats.org/officeDocument/2006/relationships/image" Target="../media/image39.png"/><Relationship Id="rId72" Type="http://schemas.openxmlformats.org/officeDocument/2006/relationships/customXml" Target="../ink/ink36.xml"/><Relationship Id="rId3" Type="http://schemas.openxmlformats.org/officeDocument/2006/relationships/image" Target="../media/image15.png"/><Relationship Id="rId12" Type="http://schemas.openxmlformats.org/officeDocument/2006/relationships/customXml" Target="../ink/ink6.xml"/><Relationship Id="rId17" Type="http://schemas.openxmlformats.org/officeDocument/2006/relationships/image" Target="../media/image22.png"/><Relationship Id="rId25" Type="http://schemas.openxmlformats.org/officeDocument/2006/relationships/image" Target="../media/image26.png"/><Relationship Id="rId33" Type="http://schemas.openxmlformats.org/officeDocument/2006/relationships/image" Target="../media/image30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43.png"/><Relationship Id="rId67" Type="http://schemas.openxmlformats.org/officeDocument/2006/relationships/image" Target="../media/image47.png"/><Relationship Id="rId20" Type="http://schemas.openxmlformats.org/officeDocument/2006/relationships/customXml" Target="../ink/ink10.xml"/><Relationship Id="rId41" Type="http://schemas.openxmlformats.org/officeDocument/2006/relationships/image" Target="../media/image34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21.png"/><Relationship Id="rId23" Type="http://schemas.openxmlformats.org/officeDocument/2006/relationships/image" Target="../media/image25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38.png"/><Relationship Id="rId57" Type="http://schemas.openxmlformats.org/officeDocument/2006/relationships/image" Target="../media/image42.png"/><Relationship Id="rId10" Type="http://schemas.openxmlformats.org/officeDocument/2006/relationships/customXml" Target="../ink/ink5.xml"/><Relationship Id="rId31" Type="http://schemas.openxmlformats.org/officeDocument/2006/relationships/image" Target="../media/image29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46.png"/><Relationship Id="rId73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18.png"/><Relationship Id="rId13" Type="http://schemas.openxmlformats.org/officeDocument/2006/relationships/image" Target="../media/image20.png"/><Relationship Id="rId18" Type="http://schemas.openxmlformats.org/officeDocument/2006/relationships/customXml" Target="../ink/ink9.xml"/><Relationship Id="rId39" Type="http://schemas.openxmlformats.org/officeDocument/2006/relationships/image" Target="../media/image33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41.png"/><Relationship Id="rId7" Type="http://schemas.openxmlformats.org/officeDocument/2006/relationships/image" Target="../media/image17.png"/><Relationship Id="rId71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customXml" Target="../ink/ink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.xml"/><Relationship Id="rId5" Type="http://schemas.openxmlformats.org/officeDocument/2006/relationships/image" Target="../media/image54.png"/><Relationship Id="rId4" Type="http://schemas.openxmlformats.org/officeDocument/2006/relationships/customXml" Target="../ink/ink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4F54-A642-570F-1F7B-87B6EA68B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BMS</a:t>
            </a:r>
          </a:p>
        </p:txBody>
      </p:sp>
    </p:spTree>
    <p:extLst>
      <p:ext uri="{BB962C8B-B14F-4D97-AF65-F5344CB8AC3E}">
        <p14:creationId xmlns:p14="http://schemas.microsoft.com/office/powerpoint/2010/main" val="57241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C8797E-D55D-A8FD-7138-D095F426B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4338"/>
            <a:ext cx="10991850" cy="5857875"/>
          </a:xfrm>
        </p:spPr>
      </p:pic>
    </p:spTree>
    <p:extLst>
      <p:ext uri="{BB962C8B-B14F-4D97-AF65-F5344CB8AC3E}">
        <p14:creationId xmlns:p14="http://schemas.microsoft.com/office/powerpoint/2010/main" val="3598132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BB5A-EBC5-EF1F-AEB6-75F1DE90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85" y="394666"/>
            <a:ext cx="10515600" cy="728384"/>
          </a:xfrm>
        </p:spPr>
        <p:txBody>
          <a:bodyPr/>
          <a:lstStyle/>
          <a:p>
            <a:r>
              <a:rPr lang="en-US" dirty="0"/>
              <a:t>Battery Composition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6DBAC7-6834-C3F5-003D-E121B209F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8465" y="1249672"/>
            <a:ext cx="4891585" cy="4990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E5B42C-100B-1B9A-D29D-286E9925E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5" y="1249672"/>
            <a:ext cx="5973009" cy="499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34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51B0-7D10-E7B8-AA50-9C15845B5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0750"/>
          </a:xfrm>
        </p:spPr>
        <p:txBody>
          <a:bodyPr>
            <a:normAutofit/>
          </a:bodyPr>
          <a:lstStyle/>
          <a:p>
            <a:r>
              <a:rPr lang="en-US" dirty="0"/>
              <a:t>Battery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B14A70-2311-6A78-62F4-9BD6DFFB4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4463"/>
            <a:ext cx="10515600" cy="4502641"/>
          </a:xfrm>
        </p:spPr>
      </p:pic>
    </p:spTree>
    <p:extLst>
      <p:ext uri="{BB962C8B-B14F-4D97-AF65-F5344CB8AC3E}">
        <p14:creationId xmlns:p14="http://schemas.microsoft.com/office/powerpoint/2010/main" val="388697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E0EE-211E-15D8-878B-28E2352E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and Parallel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CF9C41-E5E8-4B87-317E-EE6FACDFE8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25575"/>
            <a:ext cx="562086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A57382-4BBC-98BA-0630-897013768F21}"/>
              </a:ext>
            </a:extLst>
          </p:cNvPr>
          <p:cNvSpPr/>
          <p:nvPr/>
        </p:nvSpPr>
        <p:spPr>
          <a:xfrm>
            <a:off x="6715125" y="2157413"/>
            <a:ext cx="327183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Series : </a:t>
            </a:r>
          </a:p>
          <a:p>
            <a:pPr algn="ctr"/>
            <a:r>
              <a:rPr lang="en-US" dirty="0" err="1"/>
              <a:t>Volatge</a:t>
            </a:r>
            <a:r>
              <a:rPr lang="en-US" dirty="0"/>
              <a:t> Adds</a:t>
            </a:r>
          </a:p>
          <a:p>
            <a:pPr algn="ctr"/>
            <a:r>
              <a:rPr lang="en-US" dirty="0"/>
              <a:t>Current: Constant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070C88-3B4E-4AAF-A110-18F4B3DE0FEC}"/>
              </a:ext>
            </a:extLst>
          </p:cNvPr>
          <p:cNvSpPr/>
          <p:nvPr/>
        </p:nvSpPr>
        <p:spPr>
          <a:xfrm>
            <a:off x="6829425" y="3986213"/>
            <a:ext cx="327183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Parallel  :</a:t>
            </a:r>
          </a:p>
          <a:p>
            <a:pPr algn="ctr"/>
            <a:r>
              <a:rPr lang="en-US" dirty="0" err="1"/>
              <a:t>Volatge</a:t>
            </a:r>
            <a:r>
              <a:rPr lang="en-US" dirty="0"/>
              <a:t> constant</a:t>
            </a:r>
          </a:p>
          <a:p>
            <a:pPr algn="ctr"/>
            <a:r>
              <a:rPr lang="en-US" dirty="0"/>
              <a:t>Current adds</a:t>
            </a:r>
          </a:p>
        </p:txBody>
      </p:sp>
    </p:spTree>
    <p:extLst>
      <p:ext uri="{BB962C8B-B14F-4D97-AF65-F5344CB8AC3E}">
        <p14:creationId xmlns:p14="http://schemas.microsoft.com/office/powerpoint/2010/main" val="1051977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4861-3E52-D4E5-DF07-704ED22D2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4656"/>
          </a:xfrm>
        </p:spPr>
        <p:txBody>
          <a:bodyPr>
            <a:normAutofit fontScale="90000"/>
          </a:bodyPr>
          <a:lstStyle/>
          <a:p>
            <a:r>
              <a:rPr lang="en-US" dirty="0"/>
              <a:t>BMS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4C9397-9BCA-8B66-28B2-CE4CF7399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89780"/>
            <a:ext cx="4464699" cy="55030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404746-C48F-C16F-F361-5BBE0C815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899" y="989781"/>
            <a:ext cx="6050901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10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2BA1-A57A-C45E-9635-7D542695D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0849"/>
          </a:xfrm>
        </p:spPr>
        <p:txBody>
          <a:bodyPr>
            <a:normAutofit fontScale="90000"/>
          </a:bodyPr>
          <a:lstStyle/>
          <a:p>
            <a:r>
              <a:rPr lang="en-US" dirty="0"/>
              <a:t>Charging and Discharging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C8C19-A485-8948-C122-5705D7200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011" y="1343025"/>
            <a:ext cx="7547862" cy="5256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151EA3-951A-0832-5AC6-C552CFBFD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721" y="1114169"/>
            <a:ext cx="5953956" cy="2391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C6DD97-F409-BB25-EA39-F5419BECC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022" y="3276421"/>
            <a:ext cx="5039428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17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B2E9-C5E1-0F7E-5B03-837272303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9263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and Controls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000990-3DFF-6BAE-B865-7D6BFA00E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90291"/>
            <a:ext cx="6468378" cy="3581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C8C90B-876D-5553-E0F6-D6600661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206" y="1090291"/>
            <a:ext cx="3686689" cy="3581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933B02-857A-E6B3-19B8-EFA9E1230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84" y="4672192"/>
            <a:ext cx="10240011" cy="18206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B039307-DA43-1E50-F68C-0BEE286C6192}"/>
              </a:ext>
            </a:extLst>
          </p:cNvPr>
          <p:cNvSpPr/>
          <p:nvPr/>
        </p:nvSpPr>
        <p:spPr>
          <a:xfrm>
            <a:off x="7743825" y="3429000"/>
            <a:ext cx="2071688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BEBA64-A4EE-A6B2-D7E6-72CB2796A9D6}"/>
              </a:ext>
            </a:extLst>
          </p:cNvPr>
          <p:cNvSpPr/>
          <p:nvPr/>
        </p:nvSpPr>
        <p:spPr>
          <a:xfrm>
            <a:off x="7743825" y="3943350"/>
            <a:ext cx="2071688" cy="400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5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5C2B8-6C47-B104-68D5-5C2165C0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Charge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EBD5C-53D1-CE4F-321B-889007085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Battery Capacity : 100Ah  - 1C rate</a:t>
            </a:r>
          </a:p>
          <a:p>
            <a:r>
              <a:rPr lang="en-US" dirty="0"/>
              <a:t>It can hold up to 5C </a:t>
            </a:r>
          </a:p>
          <a:p>
            <a:r>
              <a:rPr lang="en-US" dirty="0"/>
              <a:t>At 1C charge rate = 100A – 1hr</a:t>
            </a:r>
          </a:p>
          <a:p>
            <a:r>
              <a:rPr lang="en-US" dirty="0"/>
              <a:t>At 0.5C charge rate = 50A – 2hrs </a:t>
            </a:r>
          </a:p>
          <a:p>
            <a:r>
              <a:rPr lang="en-US" dirty="0"/>
              <a:t>At 5C charge rate = 500A – 20 mins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61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3F03-86D6-0F4E-D67F-A1B27997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3"/>
          </a:xfrm>
        </p:spPr>
        <p:txBody>
          <a:bodyPr>
            <a:normAutofit fontScale="90000"/>
          </a:bodyPr>
          <a:lstStyle/>
          <a:p>
            <a:r>
              <a:rPr lang="en-US" dirty="0"/>
              <a:t>LV and HV Operation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D2E59-34BA-101F-5526-FCE3CB963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575"/>
            <a:ext cx="10515600" cy="500538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Low Voltage:</a:t>
            </a:r>
          </a:p>
          <a:p>
            <a:r>
              <a:rPr lang="en-US" dirty="0"/>
              <a:t>BMS is turned and monitoring the cell voltages </a:t>
            </a:r>
            <a:r>
              <a:rPr lang="en-US" dirty="0" err="1"/>
              <a:t>butnot</a:t>
            </a:r>
            <a:r>
              <a:rPr lang="en-US" dirty="0"/>
              <a:t> connected to battery through HV cables.</a:t>
            </a:r>
          </a:p>
          <a:p>
            <a:pPr marL="0" indent="0">
              <a:buNone/>
            </a:pPr>
            <a:r>
              <a:rPr lang="en-US" b="1" dirty="0"/>
              <a:t>High Voltage:</a:t>
            </a:r>
          </a:p>
          <a:p>
            <a:r>
              <a:rPr lang="en-US" dirty="0"/>
              <a:t>BMS is turned on and the contactors are closed HV bus from battery  is connected to load.</a:t>
            </a:r>
          </a:p>
        </p:txBody>
      </p:sp>
    </p:spTree>
    <p:extLst>
      <p:ext uri="{BB962C8B-B14F-4D97-AF65-F5344CB8AC3E}">
        <p14:creationId xmlns:p14="http://schemas.microsoft.com/office/powerpoint/2010/main" val="3259334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0600-9FBF-3135-0099-22DEFB28C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850"/>
          </a:xfrm>
        </p:spPr>
        <p:txBody>
          <a:bodyPr>
            <a:normAutofit fontScale="90000"/>
          </a:bodyPr>
          <a:lstStyle/>
          <a:p>
            <a:r>
              <a:rPr lang="en-US" dirty="0"/>
              <a:t>Working of BMS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885CBB-7DF0-11D2-6FCE-C4AA82154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300163"/>
            <a:ext cx="9753600" cy="4720431"/>
          </a:xfrm>
        </p:spPr>
      </p:pic>
    </p:spTree>
    <p:extLst>
      <p:ext uri="{BB962C8B-B14F-4D97-AF65-F5344CB8AC3E}">
        <p14:creationId xmlns:p14="http://schemas.microsoft.com/office/powerpoint/2010/main" val="996198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2DAA-691D-936B-A56B-60B12C44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69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Key Parameters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3209B-F3AE-E3EB-1731-E2783A80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522"/>
            <a:ext cx="10515600" cy="5149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The BMS shall monitor and/or compute:</a:t>
            </a:r>
            <a:endParaRPr lang="en-US" dirty="0"/>
          </a:p>
          <a:p>
            <a:pPr lvl="0"/>
            <a:r>
              <a:rPr lang="en-IN" b="1" dirty="0"/>
              <a:t>Battery-side Voltage (</a:t>
            </a:r>
            <a:r>
              <a:rPr lang="en-IN" b="1" dirty="0" err="1"/>
              <a:t>V_batt</a:t>
            </a:r>
            <a:r>
              <a:rPr lang="en-IN" b="1" dirty="0"/>
              <a:t>)</a:t>
            </a:r>
            <a:r>
              <a:rPr lang="en-IN" dirty="0"/>
              <a:t> – battery pack terminal voltage.</a:t>
            </a:r>
            <a:endParaRPr lang="en-US" dirty="0"/>
          </a:p>
          <a:p>
            <a:pPr lvl="0"/>
            <a:r>
              <a:rPr lang="en-IN" b="1" dirty="0"/>
              <a:t>Bus-side Voltage (</a:t>
            </a:r>
            <a:r>
              <a:rPr lang="en-IN" b="1" dirty="0" err="1"/>
              <a:t>V_bus</a:t>
            </a:r>
            <a:r>
              <a:rPr lang="en-IN" b="1" dirty="0"/>
              <a:t>)</a:t>
            </a:r>
            <a:r>
              <a:rPr lang="en-IN" dirty="0"/>
              <a:t> – load/motor side voltage.</a:t>
            </a:r>
            <a:endParaRPr lang="en-US" dirty="0"/>
          </a:p>
          <a:p>
            <a:pPr lvl="0"/>
            <a:r>
              <a:rPr lang="en-IN" b="1" dirty="0"/>
              <a:t>Pack Current (</a:t>
            </a:r>
            <a:r>
              <a:rPr lang="en-IN" b="1" dirty="0" err="1"/>
              <a:t>I_pack</a:t>
            </a:r>
            <a:r>
              <a:rPr lang="en-IN" b="1" dirty="0"/>
              <a:t>)</a:t>
            </a:r>
            <a:r>
              <a:rPr lang="en-IN" dirty="0"/>
              <a:t> – charging/discharging current.</a:t>
            </a:r>
            <a:endParaRPr lang="en-US" dirty="0"/>
          </a:p>
          <a:p>
            <a:pPr lvl="0"/>
            <a:r>
              <a:rPr lang="en-IN" b="1" dirty="0"/>
              <a:t>Pack Temperature (</a:t>
            </a:r>
            <a:r>
              <a:rPr lang="en-IN" b="1" dirty="0" err="1"/>
              <a:t>T_pack</a:t>
            </a:r>
            <a:r>
              <a:rPr lang="en-IN" b="1" dirty="0"/>
              <a:t>)</a:t>
            </a:r>
            <a:r>
              <a:rPr lang="en-IN" dirty="0"/>
              <a:t> – battery temperature(s).</a:t>
            </a:r>
            <a:endParaRPr lang="en-US" dirty="0"/>
          </a:p>
          <a:p>
            <a:pPr lvl="0"/>
            <a:r>
              <a:rPr lang="en-IN" b="1" dirty="0"/>
              <a:t>Contactor Feedback</a:t>
            </a:r>
            <a:r>
              <a:rPr lang="en-IN" dirty="0"/>
              <a:t> – status confirmation of </a:t>
            </a:r>
            <a:r>
              <a:rPr lang="en-IN" dirty="0" err="1"/>
              <a:t>precharge</a:t>
            </a:r>
            <a:r>
              <a:rPr lang="en-IN" dirty="0"/>
              <a:t> and main contactors.</a:t>
            </a:r>
            <a:endParaRPr lang="en-US" dirty="0"/>
          </a:p>
          <a:p>
            <a:pPr lvl="0"/>
            <a:r>
              <a:rPr lang="en-IN" b="1" dirty="0"/>
              <a:t>SOC (State of Charge)</a:t>
            </a:r>
            <a:r>
              <a:rPr lang="en-IN" dirty="0"/>
              <a:t> – remaining battery capacity in %.</a:t>
            </a:r>
            <a:endParaRPr lang="en-US" dirty="0"/>
          </a:p>
          <a:p>
            <a:pPr lvl="0"/>
            <a:r>
              <a:rPr lang="en-IN" b="1" dirty="0"/>
              <a:t>SOH (State of Health)</a:t>
            </a:r>
            <a:r>
              <a:rPr lang="en-IN" dirty="0"/>
              <a:t> – available capacity relative to new, in %.</a:t>
            </a:r>
            <a:endParaRPr lang="en-US" dirty="0"/>
          </a:p>
          <a:p>
            <a:pPr lvl="0"/>
            <a:r>
              <a:rPr lang="en-IN" b="1" dirty="0"/>
              <a:t>Cycle Count</a:t>
            </a:r>
            <a:r>
              <a:rPr lang="en-IN" dirty="0"/>
              <a:t> – number of charge–discharge cycles completed.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25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D302C-D648-4C5E-B394-E5DD32C71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B3C8BB-C519-5666-02F4-A05EFDB07B2D}"/>
              </a:ext>
            </a:extLst>
          </p:cNvPr>
          <p:cNvSpPr/>
          <p:nvPr/>
        </p:nvSpPr>
        <p:spPr>
          <a:xfrm>
            <a:off x="1528763" y="1500188"/>
            <a:ext cx="4567237" cy="22717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Battery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816209-9272-D42E-848C-FB0E6E840337}"/>
              </a:ext>
            </a:extLst>
          </p:cNvPr>
          <p:cNvSpPr/>
          <p:nvPr/>
        </p:nvSpPr>
        <p:spPr>
          <a:xfrm>
            <a:off x="7812882" y="1643063"/>
            <a:ext cx="3143250" cy="17859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1662D65-CAE7-D456-31DA-DB35E7FC3CBC}"/>
                  </a:ext>
                </a:extLst>
              </p14:cNvPr>
              <p14:cNvContentPartPr/>
              <p14:nvPr/>
            </p14:nvContentPartPr>
            <p14:xfrm>
              <a:off x="5000287" y="943245"/>
              <a:ext cx="2943720" cy="599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1662D65-CAE7-D456-31DA-DB35E7FC3C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4167" y="937125"/>
                <a:ext cx="2955960" cy="6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C64595-9376-5E55-E0C2-29EC6E7E0D01}"/>
                  </a:ext>
                </a:extLst>
              </p14:cNvPr>
              <p14:cNvContentPartPr/>
              <p14:nvPr/>
            </p14:nvContentPartPr>
            <p14:xfrm>
              <a:off x="8872087" y="914085"/>
              <a:ext cx="759600" cy="727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C64595-9376-5E55-E0C2-29EC6E7E0D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65967" y="907965"/>
                <a:ext cx="771840" cy="73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AD51471-AB92-D9D9-2A99-DB577EEC0F5B}"/>
                  </a:ext>
                </a:extLst>
              </p14:cNvPr>
              <p14:cNvContentPartPr/>
              <p14:nvPr/>
            </p14:nvContentPartPr>
            <p14:xfrm>
              <a:off x="7943287" y="671085"/>
              <a:ext cx="942840" cy="243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AD51471-AB92-D9D9-2A99-DB577EEC0F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37167" y="664965"/>
                <a:ext cx="9550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99869D2-FA2E-B8E5-BF30-C95473A1EAD3}"/>
                  </a:ext>
                </a:extLst>
              </p14:cNvPr>
              <p14:cNvContentPartPr/>
              <p14:nvPr/>
            </p14:nvContentPartPr>
            <p14:xfrm>
              <a:off x="5843407" y="1401525"/>
              <a:ext cx="44640" cy="127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99869D2-FA2E-B8E5-BF30-C95473A1EAD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7287" y="1395405"/>
                <a:ext cx="568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F3211A-4DF9-8EA7-BC08-66F81FA1F5FB}"/>
                  </a:ext>
                </a:extLst>
              </p14:cNvPr>
              <p14:cNvContentPartPr/>
              <p14:nvPr/>
            </p14:nvContentPartPr>
            <p14:xfrm>
              <a:off x="5913967" y="1356165"/>
              <a:ext cx="1928880" cy="230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F3211A-4DF9-8EA7-BC08-66F81FA1F5F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07847" y="1350045"/>
                <a:ext cx="194112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16F015D-5CD1-1BC9-34E9-321159ED59D0}"/>
                  </a:ext>
                </a:extLst>
              </p14:cNvPr>
              <p14:cNvContentPartPr/>
              <p14:nvPr/>
            </p14:nvContentPartPr>
            <p14:xfrm>
              <a:off x="7986487" y="114232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16F015D-5CD1-1BC9-34E9-321159ED59D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80367" y="113620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1C057C5-B42C-BD88-3CD1-A7440BE005B8}"/>
                  </a:ext>
                </a:extLst>
              </p14:cNvPr>
              <p14:cNvContentPartPr/>
              <p14:nvPr/>
            </p14:nvContentPartPr>
            <p14:xfrm>
              <a:off x="8000527" y="1128285"/>
              <a:ext cx="1342800" cy="469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1C057C5-B42C-BD88-3CD1-A7440BE005B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94407" y="1122165"/>
                <a:ext cx="1355040" cy="4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A1884B1-5D2E-86AA-39DD-868AE57B77C9}"/>
                  </a:ext>
                </a:extLst>
              </p14:cNvPr>
              <p14:cNvContentPartPr/>
              <p14:nvPr/>
            </p14:nvContentPartPr>
            <p14:xfrm>
              <a:off x="4957807" y="3800205"/>
              <a:ext cx="3267360" cy="1136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A1884B1-5D2E-86AA-39DD-868AE57B77C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51687" y="3794085"/>
                <a:ext cx="3279600" cy="11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7B03DFF6-3099-54D9-F46E-C653A32DB54C}"/>
              </a:ext>
            </a:extLst>
          </p:cNvPr>
          <p:cNvGrpSpPr/>
          <p:nvPr/>
        </p:nvGrpSpPr>
        <p:grpSpPr>
          <a:xfrm>
            <a:off x="9201127" y="3442725"/>
            <a:ext cx="1035360" cy="1429560"/>
            <a:chOff x="9201127" y="3442725"/>
            <a:chExt cx="1035360" cy="142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3472A8E-6AA5-3423-AEDF-1BEFB9D3EF5A}"/>
                    </a:ext>
                  </a:extLst>
                </p14:cNvPr>
                <p14:cNvContentPartPr/>
                <p14:nvPr/>
              </p14:nvContentPartPr>
              <p14:xfrm>
                <a:off x="9972607" y="3442725"/>
                <a:ext cx="171720" cy="1413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3472A8E-6AA5-3423-AEDF-1BEFB9D3EF5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66487" y="3436605"/>
                  <a:ext cx="183960" cy="14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3D231B-42D3-02E4-3FB1-78468150F8D0}"/>
                    </a:ext>
                  </a:extLst>
                </p14:cNvPr>
                <p14:cNvContentPartPr/>
                <p14:nvPr/>
              </p14:nvContentPartPr>
              <p14:xfrm>
                <a:off x="9201127" y="4813245"/>
                <a:ext cx="1035360" cy="59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3D231B-42D3-02E4-3FB1-78468150F8D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95007" y="4807125"/>
                  <a:ext cx="104760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303486A-2770-1869-4B32-8D8F130F9FF2}"/>
                  </a:ext>
                </a:extLst>
              </p14:cNvPr>
              <p14:cNvContentPartPr/>
              <p14:nvPr/>
            </p14:nvContentPartPr>
            <p14:xfrm>
              <a:off x="8300767" y="4871565"/>
              <a:ext cx="972000" cy="257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303486A-2770-1869-4B32-8D8F130F9FF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94647" y="4865445"/>
                <a:ext cx="98424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AB13D0D-4113-2F01-CF35-1F4E505405AC}"/>
              </a:ext>
            </a:extLst>
          </p:cNvPr>
          <p:cNvGrpSpPr/>
          <p:nvPr/>
        </p:nvGrpSpPr>
        <p:grpSpPr>
          <a:xfrm>
            <a:off x="4571527" y="785565"/>
            <a:ext cx="200880" cy="379440"/>
            <a:chOff x="4571527" y="785565"/>
            <a:chExt cx="20088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4A83090-A222-207D-3F80-33B3262BAF5B}"/>
                    </a:ext>
                  </a:extLst>
                </p14:cNvPr>
                <p14:cNvContentPartPr/>
                <p14:nvPr/>
              </p14:nvContentPartPr>
              <p14:xfrm>
                <a:off x="4714807" y="785565"/>
                <a:ext cx="360" cy="379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4A83090-A222-207D-3F80-33B3262BAF5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08687" y="779445"/>
                  <a:ext cx="126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086F232-048D-DA50-9E19-60803A6D79F9}"/>
                    </a:ext>
                  </a:extLst>
                </p14:cNvPr>
                <p14:cNvContentPartPr/>
                <p14:nvPr/>
              </p14:nvContentPartPr>
              <p14:xfrm>
                <a:off x="4571527" y="962325"/>
                <a:ext cx="200880" cy="9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086F232-048D-DA50-9E19-60803A6D79F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65407" y="956205"/>
                  <a:ext cx="21312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2A7EC1E-F5CF-4DEC-D78E-1583FFD16FEB}"/>
                  </a:ext>
                </a:extLst>
              </p14:cNvPr>
              <p14:cNvContentPartPr/>
              <p14:nvPr/>
            </p14:nvContentPartPr>
            <p14:xfrm>
              <a:off x="4757287" y="4163805"/>
              <a:ext cx="263520" cy="51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2A7EC1E-F5CF-4DEC-D78E-1583FFD16FE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751167" y="4157685"/>
                <a:ext cx="275760" cy="6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040FAA78-191F-4F91-E693-1C8F1C015527}"/>
              </a:ext>
            </a:extLst>
          </p:cNvPr>
          <p:cNvGrpSpPr/>
          <p:nvPr/>
        </p:nvGrpSpPr>
        <p:grpSpPr>
          <a:xfrm>
            <a:off x="8313727" y="1414125"/>
            <a:ext cx="288000" cy="3479400"/>
            <a:chOff x="8313727" y="1414125"/>
            <a:chExt cx="288000" cy="347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A3DD0E2-EFC3-3AA7-6AF6-C9CE4C23C2DA}"/>
                    </a:ext>
                  </a:extLst>
                </p14:cNvPr>
                <p14:cNvContentPartPr/>
                <p14:nvPr/>
              </p14:nvContentPartPr>
              <p14:xfrm>
                <a:off x="8313727" y="1414125"/>
                <a:ext cx="191520" cy="3462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A3DD0E2-EFC3-3AA7-6AF6-C9CE4C23C2D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07607" y="1408005"/>
                  <a:ext cx="203760" cy="347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BDB6B6D-BA51-974E-987B-EE65E0400015}"/>
                    </a:ext>
                  </a:extLst>
                </p14:cNvPr>
                <p14:cNvContentPartPr/>
                <p14:nvPr/>
              </p14:nvContentPartPr>
              <p14:xfrm>
                <a:off x="8444047" y="4829085"/>
                <a:ext cx="96120" cy="64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BDB6B6D-BA51-974E-987B-EE65E04000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37927" y="4822965"/>
                  <a:ext cx="1083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84F5D3-890F-1251-7F8C-078A2F2E5ECD}"/>
                    </a:ext>
                  </a:extLst>
                </p14:cNvPr>
                <p14:cNvContentPartPr/>
                <p14:nvPr/>
              </p14:nvContentPartPr>
              <p14:xfrm>
                <a:off x="8537647" y="4743045"/>
                <a:ext cx="64080" cy="122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84F5D3-890F-1251-7F8C-078A2F2E5EC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531527" y="4736925"/>
                  <a:ext cx="7632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5095B05-C902-5DD7-F4C0-C6830BC202E2}"/>
                  </a:ext>
                </a:extLst>
              </p14:cNvPr>
              <p14:cNvContentPartPr/>
              <p14:nvPr/>
            </p14:nvContentPartPr>
            <p14:xfrm>
              <a:off x="8286367" y="1418805"/>
              <a:ext cx="89280" cy="133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5095B05-C902-5DD7-F4C0-C6830BC202E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80247" y="1412685"/>
                <a:ext cx="101520" cy="14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E4C04439-4454-71C2-7E49-177FCA839B81}"/>
              </a:ext>
            </a:extLst>
          </p:cNvPr>
          <p:cNvGrpSpPr/>
          <p:nvPr/>
        </p:nvGrpSpPr>
        <p:grpSpPr>
          <a:xfrm>
            <a:off x="8373847" y="3629565"/>
            <a:ext cx="788040" cy="389160"/>
            <a:chOff x="8373847" y="3629565"/>
            <a:chExt cx="788040" cy="38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0E71360-CC7C-109F-2FD5-EDB4D2E3EFD9}"/>
                    </a:ext>
                  </a:extLst>
                </p14:cNvPr>
                <p14:cNvContentPartPr/>
                <p14:nvPr/>
              </p14:nvContentPartPr>
              <p14:xfrm>
                <a:off x="8373847" y="3742965"/>
                <a:ext cx="326880" cy="275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0E71360-CC7C-109F-2FD5-EDB4D2E3EFD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67727" y="3736845"/>
                  <a:ext cx="3391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44ABE21-9639-4D5C-C04C-35468631E017}"/>
                    </a:ext>
                  </a:extLst>
                </p14:cNvPr>
                <p14:cNvContentPartPr/>
                <p14:nvPr/>
              </p14:nvContentPartPr>
              <p14:xfrm>
                <a:off x="8757607" y="3726045"/>
                <a:ext cx="169560" cy="189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44ABE21-9639-4D5C-C04C-35468631E01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51487" y="3719925"/>
                  <a:ext cx="1818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9544077-7570-1D8A-1260-81A0729774C9}"/>
                    </a:ext>
                  </a:extLst>
                </p14:cNvPr>
                <p14:cNvContentPartPr/>
                <p14:nvPr/>
              </p14:nvContentPartPr>
              <p14:xfrm>
                <a:off x="9011407" y="3629565"/>
                <a:ext cx="150480" cy="273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9544077-7570-1D8A-1260-81A0729774C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005287" y="3623445"/>
                  <a:ext cx="162720" cy="28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F86A75B-28BE-C435-A33E-E0C6BCF53880}"/>
                  </a:ext>
                </a:extLst>
              </p14:cNvPr>
              <p14:cNvContentPartPr/>
              <p14:nvPr/>
            </p14:nvContentPartPr>
            <p14:xfrm>
              <a:off x="-94433" y="1521405"/>
              <a:ext cx="955440" cy="2182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F86A75B-28BE-C435-A33E-E0C6BCF5388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-100553" y="1515285"/>
                <a:ext cx="967680" cy="21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E32ED34-7834-C777-9725-DFDB1693A997}"/>
                  </a:ext>
                </a:extLst>
              </p14:cNvPr>
              <p14:cNvContentPartPr/>
              <p14:nvPr/>
            </p14:nvContentPartPr>
            <p14:xfrm>
              <a:off x="871447" y="1642365"/>
              <a:ext cx="795960" cy="120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E32ED34-7834-C777-9725-DFDB1693A99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65327" y="1636245"/>
                <a:ext cx="80820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C46FF56-EC12-44FE-A4BF-830E708FA671}"/>
                  </a:ext>
                </a:extLst>
              </p14:cNvPr>
              <p14:cNvContentPartPr/>
              <p14:nvPr/>
            </p14:nvContentPartPr>
            <p14:xfrm>
              <a:off x="799807" y="3256605"/>
              <a:ext cx="733320" cy="72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C46FF56-EC12-44FE-A4BF-830E708FA67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3687" y="3250485"/>
                <a:ext cx="745560" cy="8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681C517A-37C8-892B-9E67-D6AA6F5B1C18}"/>
              </a:ext>
            </a:extLst>
          </p:cNvPr>
          <p:cNvGrpSpPr/>
          <p:nvPr/>
        </p:nvGrpSpPr>
        <p:grpSpPr>
          <a:xfrm>
            <a:off x="6371887" y="1442565"/>
            <a:ext cx="1087920" cy="3293640"/>
            <a:chOff x="6371887" y="1442565"/>
            <a:chExt cx="1087920" cy="329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E4B03DE-61C6-1837-5C6D-2AF0A6E2BA1D}"/>
                    </a:ext>
                  </a:extLst>
                </p14:cNvPr>
                <p14:cNvContentPartPr/>
                <p14:nvPr/>
              </p14:nvContentPartPr>
              <p14:xfrm>
                <a:off x="6457927" y="1442565"/>
                <a:ext cx="158040" cy="3226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E4B03DE-61C6-1837-5C6D-2AF0A6E2BA1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51807" y="1436445"/>
                  <a:ext cx="170280" cy="32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15A1C75-DD9C-0256-41E7-39F5A0F9EC22}"/>
                    </a:ext>
                  </a:extLst>
                </p14:cNvPr>
                <p14:cNvContentPartPr/>
                <p14:nvPr/>
              </p14:nvContentPartPr>
              <p14:xfrm>
                <a:off x="6500407" y="4628565"/>
                <a:ext cx="155520" cy="107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15A1C75-DD9C-0256-41E7-39F5A0F9EC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94287" y="4622445"/>
                  <a:ext cx="167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8561EE-5728-5113-D979-C1500718DA89}"/>
                    </a:ext>
                  </a:extLst>
                </p14:cNvPr>
                <p14:cNvContentPartPr/>
                <p14:nvPr/>
              </p14:nvContentPartPr>
              <p14:xfrm>
                <a:off x="6599767" y="4557285"/>
                <a:ext cx="72720" cy="138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D8561EE-5728-5113-D979-C1500718DA8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93647" y="4551165"/>
                  <a:ext cx="84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28C6981-9D2E-660B-64E6-14686104E581}"/>
                    </a:ext>
                  </a:extLst>
                </p14:cNvPr>
                <p14:cNvContentPartPr/>
                <p14:nvPr/>
              </p14:nvContentPartPr>
              <p14:xfrm>
                <a:off x="6371887" y="1454085"/>
                <a:ext cx="213480" cy="258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28C6981-9D2E-660B-64E6-14686104E58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65767" y="1447965"/>
                  <a:ext cx="2257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E3856AB-1FAB-5F04-5470-67B342BBA583}"/>
                    </a:ext>
                  </a:extLst>
                </p14:cNvPr>
                <p14:cNvContentPartPr/>
                <p14:nvPr/>
              </p14:nvContentPartPr>
              <p14:xfrm>
                <a:off x="6808207" y="3882645"/>
                <a:ext cx="268200" cy="420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E3856AB-1FAB-5F04-5470-67B342BBA58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02087" y="3876525"/>
                  <a:ext cx="28044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C9CDFBA-3740-198B-5BEB-4AFD26EFAB0F}"/>
                    </a:ext>
                  </a:extLst>
                </p14:cNvPr>
                <p14:cNvContentPartPr/>
                <p14:nvPr/>
              </p14:nvContentPartPr>
              <p14:xfrm>
                <a:off x="7096927" y="4025205"/>
                <a:ext cx="362880" cy="298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C9CDFBA-3740-198B-5BEB-4AFD26EFAB0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90807" y="4019085"/>
                  <a:ext cx="3751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B2C229-9C3D-44C5-C1F5-15AECAC27E85}"/>
                    </a:ext>
                  </a:extLst>
                </p14:cNvPr>
                <p14:cNvContentPartPr/>
                <p14:nvPr/>
              </p14:nvContentPartPr>
              <p14:xfrm>
                <a:off x="7272247" y="4105845"/>
                <a:ext cx="118080" cy="51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B2C229-9C3D-44C5-C1F5-15AECAC27E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66127" y="4099725"/>
                  <a:ext cx="13032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169788A-A37C-11DA-306B-C28729567473}"/>
              </a:ext>
            </a:extLst>
          </p:cNvPr>
          <p:cNvGrpSpPr/>
          <p:nvPr/>
        </p:nvGrpSpPr>
        <p:grpSpPr>
          <a:xfrm>
            <a:off x="7572487" y="1414125"/>
            <a:ext cx="772560" cy="598680"/>
            <a:chOff x="7572487" y="1414125"/>
            <a:chExt cx="772560" cy="59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953A1E8-6457-0A1D-BB70-76CA6D67AA09}"/>
                    </a:ext>
                  </a:extLst>
                </p14:cNvPr>
                <p14:cNvContentPartPr/>
                <p14:nvPr/>
              </p14:nvContentPartPr>
              <p14:xfrm>
                <a:off x="7629007" y="1542645"/>
                <a:ext cx="121320" cy="470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953A1E8-6457-0A1D-BB70-76CA6D67AA0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22887" y="1536525"/>
                  <a:ext cx="13356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011CA76-AB05-4D16-BD3F-71FA910B6C31}"/>
                    </a:ext>
                  </a:extLst>
                </p14:cNvPr>
                <p14:cNvContentPartPr/>
                <p14:nvPr/>
              </p14:nvContentPartPr>
              <p14:xfrm>
                <a:off x="7572487" y="1498725"/>
                <a:ext cx="189360" cy="216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011CA76-AB05-4D16-BD3F-71FA910B6C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66367" y="1492605"/>
                  <a:ext cx="201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E53F290-BDAD-573A-9543-ACF6967127AA}"/>
                    </a:ext>
                  </a:extLst>
                </p14:cNvPr>
                <p14:cNvContentPartPr/>
                <p14:nvPr/>
              </p14:nvContentPartPr>
              <p14:xfrm>
                <a:off x="7772647" y="1467045"/>
                <a:ext cx="223560" cy="204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E53F290-BDAD-573A-9543-ACF6967127A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66527" y="1460925"/>
                  <a:ext cx="235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62EA3CB-5741-D5CE-6FFE-CB92A0B26E62}"/>
                    </a:ext>
                  </a:extLst>
                </p14:cNvPr>
                <p14:cNvContentPartPr/>
                <p14:nvPr/>
              </p14:nvContentPartPr>
              <p14:xfrm>
                <a:off x="7967407" y="1440045"/>
                <a:ext cx="132120" cy="191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62EA3CB-5741-D5CE-6FFE-CB92A0B26E6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61287" y="1433925"/>
                  <a:ext cx="1443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231058-6B76-CDB4-CE5D-D2C1372067F5}"/>
                    </a:ext>
                  </a:extLst>
                </p14:cNvPr>
                <p14:cNvContentPartPr/>
                <p14:nvPr/>
              </p14:nvContentPartPr>
              <p14:xfrm>
                <a:off x="8214727" y="1414125"/>
                <a:ext cx="130320" cy="132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231058-6B76-CDB4-CE5D-D2C1372067F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08607" y="1408005"/>
                  <a:ext cx="142560" cy="144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86878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6119F-9E04-8087-9523-AE15AD03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528"/>
            <a:ext cx="10058400" cy="922336"/>
          </a:xfrm>
        </p:spPr>
        <p:txBody>
          <a:bodyPr/>
          <a:lstStyle/>
          <a:p>
            <a:r>
              <a:rPr lang="en-US" dirty="0"/>
              <a:t>Operating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A295B-BBB9-25D3-35AA-DDBA27F29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17320"/>
            <a:ext cx="10058400" cy="4023360"/>
          </a:xfrm>
        </p:spPr>
        <p:txBody>
          <a:bodyPr/>
          <a:lstStyle/>
          <a:p>
            <a:pPr lvl="0"/>
            <a:r>
              <a:rPr lang="en-IN" b="1" dirty="0"/>
              <a:t>OFF:</a:t>
            </a:r>
            <a:r>
              <a:rPr lang="en-IN" dirty="0"/>
              <a:t> Key switch OFF or system fault exit. All contactors open.</a:t>
            </a:r>
            <a:endParaRPr lang="en-US" dirty="0"/>
          </a:p>
          <a:p>
            <a:pPr lvl="0"/>
            <a:r>
              <a:rPr lang="en-IN" b="1" dirty="0"/>
              <a:t>WAIT:</a:t>
            </a:r>
            <a:r>
              <a:rPr lang="en-IN" dirty="0"/>
              <a:t> Key switch ON, pre-checks, all contactors open.</a:t>
            </a:r>
            <a:endParaRPr lang="en-US" dirty="0"/>
          </a:p>
          <a:p>
            <a:pPr lvl="0"/>
            <a:r>
              <a:rPr lang="en-IN" b="1" dirty="0"/>
              <a:t>PRECHARGE:</a:t>
            </a:r>
            <a:r>
              <a:rPr lang="en-IN" dirty="0"/>
              <a:t> Precharge sequence in progress. Precharge contactor closed until |</a:t>
            </a:r>
            <a:r>
              <a:rPr lang="en-IN" dirty="0" err="1"/>
              <a:t>V_batt</a:t>
            </a:r>
            <a:r>
              <a:rPr lang="en-IN" dirty="0"/>
              <a:t> – </a:t>
            </a:r>
            <a:r>
              <a:rPr lang="en-IN" dirty="0" err="1"/>
              <a:t>V_bus</a:t>
            </a:r>
            <a:r>
              <a:rPr lang="en-IN" dirty="0"/>
              <a:t>| ≤ 3V (within timeout).</a:t>
            </a:r>
            <a:endParaRPr lang="en-US" dirty="0"/>
          </a:p>
          <a:p>
            <a:pPr lvl="0"/>
            <a:r>
              <a:rPr lang="en-IN" b="1" dirty="0"/>
              <a:t>HV:</a:t>
            </a:r>
            <a:r>
              <a:rPr lang="en-IN" dirty="0"/>
              <a:t> Main contactors closed, HV active on bus. Precharge contactor open.</a:t>
            </a:r>
            <a:endParaRPr lang="en-US" dirty="0"/>
          </a:p>
          <a:p>
            <a:pPr lvl="0"/>
            <a:r>
              <a:rPr lang="en-IN" b="1" dirty="0"/>
              <a:t>FAULT:</a:t>
            </a:r>
            <a:r>
              <a:rPr lang="en-IN" dirty="0"/>
              <a:t> Any unsafe condition. Contactors opened immediately, logged.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77D6DF3-C274-0131-B49B-EDA90688ED69}"/>
                  </a:ext>
                </a:extLst>
              </p14:cNvPr>
              <p14:cNvContentPartPr/>
              <p14:nvPr/>
            </p14:nvContentPartPr>
            <p14:xfrm>
              <a:off x="1471567" y="2870325"/>
              <a:ext cx="1685160" cy="45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77D6DF3-C274-0131-B49B-EDA90688ED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5447" y="2864205"/>
                <a:ext cx="16974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C8B928A-BE8B-78A0-439C-4FDA7F91244F}"/>
                  </a:ext>
                </a:extLst>
              </p14:cNvPr>
              <p14:cNvContentPartPr/>
              <p14:nvPr/>
            </p14:nvContentPartPr>
            <p14:xfrm>
              <a:off x="1385527" y="3800205"/>
              <a:ext cx="452880" cy="5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C8B928A-BE8B-78A0-439C-4FDA7F9124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9407" y="3794085"/>
                <a:ext cx="46512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8012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2E1F-25FA-30BA-8417-70BF17DD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Precharge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DBD75-7AD1-482E-F3B6-77198D59A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>
            <a:normAutofit/>
          </a:bodyPr>
          <a:lstStyle/>
          <a:p>
            <a:r>
              <a:rPr lang="en-US" dirty="0"/>
              <a:t>Precharge protects power electronics from inrush current</a:t>
            </a:r>
          </a:p>
          <a:p>
            <a:r>
              <a:rPr lang="en-US" dirty="0"/>
              <a:t>Precharge resistor limits current when connecting battery to load/DC bus</a:t>
            </a:r>
          </a:p>
          <a:p>
            <a:r>
              <a:rPr lang="en-US" dirty="0"/>
              <a:t>BMS controls Precharge relay &amp; main contactor</a:t>
            </a:r>
          </a:p>
          <a:p>
            <a:pPr marL="0" indent="0">
              <a:buNone/>
            </a:pPr>
            <a:r>
              <a:rPr lang="en-US" b="1" dirty="0"/>
              <a:t>Sequence:</a:t>
            </a:r>
          </a:p>
          <a:p>
            <a:pPr marL="0" indent="0">
              <a:buNone/>
            </a:pPr>
            <a:r>
              <a:rPr lang="en-US" dirty="0"/>
              <a:t>1.BMS checks voltage </a:t>
            </a:r>
          </a:p>
          <a:p>
            <a:pPr marL="0" indent="0">
              <a:buNone/>
            </a:pPr>
            <a:r>
              <a:rPr lang="en-US" dirty="0"/>
              <a:t>2. Precharge relay closes – DC bus charges via resistor</a:t>
            </a:r>
          </a:p>
          <a:p>
            <a:pPr marL="0" indent="0">
              <a:buNone/>
            </a:pPr>
            <a:r>
              <a:rPr lang="en-US" dirty="0"/>
              <a:t>3. When bus voltage ≈ pack voltage → Main contactor closes</a:t>
            </a:r>
          </a:p>
          <a:p>
            <a:pPr marL="0" indent="0">
              <a:buNone/>
            </a:pPr>
            <a:r>
              <a:rPr lang="en-US" dirty="0"/>
              <a:t>4. Precharge relay opens</a:t>
            </a:r>
          </a:p>
          <a:p>
            <a:pPr marL="0" indent="0">
              <a:buNone/>
            </a:pPr>
            <a:r>
              <a:rPr lang="en-US" dirty="0"/>
              <a:t>Fault → abort and open relays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9F188A-33C1-5F92-27D9-F358767A5073}"/>
                  </a:ext>
                </a:extLst>
              </p14:cNvPr>
              <p14:cNvContentPartPr/>
              <p14:nvPr/>
            </p14:nvContentPartPr>
            <p14:xfrm>
              <a:off x="4114687" y="3830445"/>
              <a:ext cx="469080" cy="99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9F188A-33C1-5F92-27D9-F358767A50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08567" y="3824325"/>
                <a:ext cx="4813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81A44C-3AA0-A4C8-E2F8-78A361362B69}"/>
                  </a:ext>
                </a:extLst>
              </p14:cNvPr>
              <p14:cNvContentPartPr/>
              <p14:nvPr/>
            </p14:nvContentPartPr>
            <p14:xfrm>
              <a:off x="8500567" y="4435245"/>
              <a:ext cx="325440" cy="51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81A44C-3AA0-A4C8-E2F8-78A361362B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94447" y="4429125"/>
                <a:ext cx="3376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13E2D4C-33B2-C8D4-50B2-732E1B3B7314}"/>
                  </a:ext>
                </a:extLst>
              </p14:cNvPr>
              <p14:cNvContentPartPr/>
              <p14:nvPr/>
            </p14:nvContentPartPr>
            <p14:xfrm>
              <a:off x="2514127" y="4777245"/>
              <a:ext cx="1041480" cy="180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13E2D4C-33B2-C8D4-50B2-732E1B3B73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08007" y="4771125"/>
                <a:ext cx="1053720" cy="19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6825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DE252-0319-D365-936D-5D8394C9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313"/>
          </a:xfrm>
        </p:spPr>
        <p:txBody>
          <a:bodyPr/>
          <a:lstStyle/>
          <a:p>
            <a:r>
              <a:rPr lang="en-US" dirty="0"/>
              <a:t>Contactor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1A1B92-7827-10B2-0CF8-74527C7DD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254" y="1214438"/>
            <a:ext cx="10515600" cy="54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328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72DE64-274F-82B2-EB45-668ACB220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200"/>
            <a:ext cx="10820400" cy="5740939"/>
          </a:xfrm>
        </p:spPr>
      </p:pic>
    </p:spTree>
    <p:extLst>
      <p:ext uri="{BB962C8B-B14F-4D97-AF65-F5344CB8AC3E}">
        <p14:creationId xmlns:p14="http://schemas.microsoft.com/office/powerpoint/2010/main" val="1239391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642D43-19F7-6B58-D905-A022DFABD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33" y="514350"/>
            <a:ext cx="10450791" cy="5662613"/>
          </a:xfrm>
        </p:spPr>
      </p:pic>
    </p:spTree>
    <p:extLst>
      <p:ext uri="{BB962C8B-B14F-4D97-AF65-F5344CB8AC3E}">
        <p14:creationId xmlns:p14="http://schemas.microsoft.com/office/powerpoint/2010/main" val="2334966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C995-C2E0-1DD0-C346-2C3ECFE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7A9A41-EF73-AE40-354B-78F9EEF3B8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94" y="1929320"/>
            <a:ext cx="10515600" cy="4351338"/>
          </a:xfrm>
        </p:spPr>
      </p:pic>
    </p:spTree>
    <p:extLst>
      <p:ext uri="{BB962C8B-B14F-4D97-AF65-F5344CB8AC3E}">
        <p14:creationId xmlns:p14="http://schemas.microsoft.com/office/powerpoint/2010/main" val="3160431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78FDF-23C6-E654-B3FE-6868528F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0750"/>
          </a:xfrm>
        </p:spPr>
        <p:txBody>
          <a:bodyPr/>
          <a:lstStyle/>
          <a:p>
            <a:r>
              <a:rPr lang="en-US" dirty="0"/>
              <a:t>Battery Sizing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D6D656-5868-7C50-3D37-E089ABB19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381" y="1427481"/>
            <a:ext cx="10663238" cy="463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66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19BB-E9E4-3B97-62B5-5FC264B3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4803D4-303B-28DA-C87B-3C762BA6A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28" y="1901040"/>
            <a:ext cx="580178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30D988-0D12-A2FF-9E61-67770E688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312" y="1901040"/>
            <a:ext cx="47002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44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D6BE1-1EA1-564F-257B-D3151B4E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FECBD6-3B48-E051-A6EC-09EFEDBA0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381" y="1571609"/>
            <a:ext cx="10640419" cy="457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63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3399-883C-9811-60AF-C1FD4C57E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E599D7-9344-022B-2E14-B47C37201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8491"/>
            <a:ext cx="75025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40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8E19-EFD1-1C58-D143-DDD81986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1E3D3E-999A-74EA-62B0-A5490961E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960" y="1995120"/>
            <a:ext cx="5253487" cy="41040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225D99-2DCC-4768-746A-3221F1AE7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555" y="1923068"/>
            <a:ext cx="4538767" cy="357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92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9B53-F9CF-BBA6-1DC4-61E6CD42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944BCC-A9DB-CD00-12D2-2CE17F986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8995" y="2548529"/>
            <a:ext cx="6154009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62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DFFE2-AF86-3988-1FF8-7021F6108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Contactor Monitoring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DB836-76DE-6C93-7188-A51C919A5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21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291D3-E6B7-EFE0-2E62-B459030A4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2163"/>
          </a:xfrm>
        </p:spPr>
        <p:txBody>
          <a:bodyPr/>
          <a:lstStyle/>
          <a:p>
            <a:r>
              <a:rPr lang="en-US" dirty="0"/>
              <a:t>Temperature Monitoring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C36C3-907E-8C6B-2016-8A22EF323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7288"/>
            <a:ext cx="10515600" cy="50196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233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1382</TotalTime>
  <Words>390</Words>
  <Application>Microsoft Office PowerPoint</Application>
  <PresentationFormat>Widescreen</PresentationFormat>
  <Paragraphs>58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BMS</vt:lpstr>
      <vt:lpstr>PowerPoint Presentation</vt:lpstr>
      <vt:lpstr>Battery Composition</vt:lpstr>
      <vt:lpstr>Battery </vt:lpstr>
      <vt:lpstr>Series and Parallel</vt:lpstr>
      <vt:lpstr>BMS Architecture</vt:lpstr>
      <vt:lpstr>Charging and Discharging</vt:lpstr>
      <vt:lpstr>Working and Controls</vt:lpstr>
      <vt:lpstr>Charge rate</vt:lpstr>
      <vt:lpstr>LV and HV Operation </vt:lpstr>
      <vt:lpstr>Working of BMS</vt:lpstr>
      <vt:lpstr>Key Parameters</vt:lpstr>
      <vt:lpstr>PowerPoint Presentation</vt:lpstr>
      <vt:lpstr>Operating States</vt:lpstr>
      <vt:lpstr>Precharge</vt:lpstr>
      <vt:lpstr>Contactor Control</vt:lpstr>
      <vt:lpstr>PowerPoint Presentation</vt:lpstr>
      <vt:lpstr>PowerPoint Presentation</vt:lpstr>
      <vt:lpstr>PowerPoint Presentation</vt:lpstr>
      <vt:lpstr>Battery Sizing</vt:lpstr>
      <vt:lpstr>PowerPoint Presentation</vt:lpstr>
      <vt:lpstr>SOH</vt:lpstr>
      <vt:lpstr>PowerPoint Presentation</vt:lpstr>
      <vt:lpstr>PowerPoint Presentation</vt:lpstr>
      <vt:lpstr>PowerPoint Presentation</vt:lpstr>
      <vt:lpstr>Contactor Monitoring Strategy</vt:lpstr>
      <vt:lpstr>Temperature Monitoring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Balusu</dc:creator>
  <cp:lastModifiedBy>Naga Balusu</cp:lastModifiedBy>
  <cp:revision>9</cp:revision>
  <dcterms:created xsi:type="dcterms:W3CDTF">2025-11-04T03:04:17Z</dcterms:created>
  <dcterms:modified xsi:type="dcterms:W3CDTF">2025-11-05T02:15:14Z</dcterms:modified>
</cp:coreProperties>
</file>